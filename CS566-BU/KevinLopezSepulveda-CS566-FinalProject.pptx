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313" r:id="rId7"/>
    <p:sldId id="322" r:id="rId8"/>
    <p:sldId id="323" r:id="rId9"/>
    <p:sldId id="315" r:id="rId10"/>
    <p:sldId id="260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660" autoAdjust="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1F66C6-F39A-411C-A0BA-F479304A9A8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29770E-22CA-466B-9622-8C9D98B86519}">
      <dgm:prSet/>
      <dgm:spPr/>
      <dgm:t>
        <a:bodyPr/>
        <a:lstStyle/>
        <a:p>
          <a:r>
            <a:rPr lang="en-US"/>
            <a:t>Early detection is key for patient survival</a:t>
          </a:r>
        </a:p>
      </dgm:t>
    </dgm:pt>
    <dgm:pt modelId="{18587338-11DD-41C3-885D-6E3945A49E5D}" type="parTrans" cxnId="{CDE7A5B0-138C-47AC-9AC4-5D4432C7E0A5}">
      <dgm:prSet/>
      <dgm:spPr/>
      <dgm:t>
        <a:bodyPr/>
        <a:lstStyle/>
        <a:p>
          <a:endParaRPr lang="en-US"/>
        </a:p>
      </dgm:t>
    </dgm:pt>
    <dgm:pt modelId="{07885C36-9A6D-4FDD-952F-A97FF60C9CB3}" type="sibTrans" cxnId="{CDE7A5B0-138C-47AC-9AC4-5D4432C7E0A5}">
      <dgm:prSet/>
      <dgm:spPr/>
      <dgm:t>
        <a:bodyPr/>
        <a:lstStyle/>
        <a:p>
          <a:endParaRPr lang="en-US"/>
        </a:p>
      </dgm:t>
    </dgm:pt>
    <dgm:pt modelId="{C0ED3FED-5561-4EE7-9AFB-07C837F0A880}">
      <dgm:prSet/>
      <dgm:spPr/>
      <dgm:t>
        <a:bodyPr/>
        <a:lstStyle/>
        <a:p>
          <a:r>
            <a:rPr lang="en-US"/>
            <a:t>Diagnostic data from biopsies offers opportunities for ML models</a:t>
          </a:r>
        </a:p>
      </dgm:t>
    </dgm:pt>
    <dgm:pt modelId="{571A118E-2B25-482B-BE77-3797D23851A5}" type="parTrans" cxnId="{9FE682A5-D14A-41B0-8A87-55916F7AB17B}">
      <dgm:prSet/>
      <dgm:spPr/>
      <dgm:t>
        <a:bodyPr/>
        <a:lstStyle/>
        <a:p>
          <a:endParaRPr lang="en-US"/>
        </a:p>
      </dgm:t>
    </dgm:pt>
    <dgm:pt modelId="{3920ADBD-25A6-417A-947F-B531A4DB4C36}" type="sibTrans" cxnId="{9FE682A5-D14A-41B0-8A87-55916F7AB17B}">
      <dgm:prSet/>
      <dgm:spPr/>
      <dgm:t>
        <a:bodyPr/>
        <a:lstStyle/>
        <a:p>
          <a:endParaRPr lang="en-US"/>
        </a:p>
      </dgm:t>
    </dgm:pt>
    <dgm:pt modelId="{F63F06D7-1A3D-49CD-9E03-23FB8004AF8E}">
      <dgm:prSet/>
      <dgm:spPr/>
      <dgm:t>
        <a:bodyPr/>
        <a:lstStyle/>
        <a:p>
          <a:r>
            <a:rPr lang="en-US"/>
            <a:t>Dataset used: </a:t>
          </a:r>
          <a:r>
            <a:rPr lang="en-US" i="1"/>
            <a:t>Wisconsin Breast Cancer</a:t>
          </a:r>
          <a:r>
            <a:rPr lang="en-US"/>
            <a:t> (from scikit-learn)</a:t>
          </a:r>
        </a:p>
      </dgm:t>
    </dgm:pt>
    <dgm:pt modelId="{1DA60863-7736-4EDD-BC7A-3424836A4415}" type="parTrans" cxnId="{5E4D853A-0E2C-49CC-84A9-3BF17ED3717A}">
      <dgm:prSet/>
      <dgm:spPr/>
      <dgm:t>
        <a:bodyPr/>
        <a:lstStyle/>
        <a:p>
          <a:endParaRPr lang="en-US"/>
        </a:p>
      </dgm:t>
    </dgm:pt>
    <dgm:pt modelId="{B17F2996-8E1D-4419-B0CA-BE4ACEB3DFD0}" type="sibTrans" cxnId="{5E4D853A-0E2C-49CC-84A9-3BF17ED3717A}">
      <dgm:prSet/>
      <dgm:spPr/>
      <dgm:t>
        <a:bodyPr/>
        <a:lstStyle/>
        <a:p>
          <a:endParaRPr lang="en-US"/>
        </a:p>
      </dgm:t>
    </dgm:pt>
    <dgm:pt modelId="{D69CE1AD-D103-424E-BC0B-557059A2779A}">
      <dgm:prSet/>
      <dgm:spPr/>
      <dgm:t>
        <a:bodyPr/>
        <a:lstStyle/>
        <a:p>
          <a:r>
            <a:rPr lang="en-US"/>
            <a:t>30 numeric features extracted from digitized biopsy images</a:t>
          </a:r>
        </a:p>
      </dgm:t>
    </dgm:pt>
    <dgm:pt modelId="{0912785C-8661-4177-9CD4-05AD343C98CC}" type="parTrans" cxnId="{4ABA00DA-42C4-4490-8902-E25F16751F9F}">
      <dgm:prSet/>
      <dgm:spPr/>
      <dgm:t>
        <a:bodyPr/>
        <a:lstStyle/>
        <a:p>
          <a:endParaRPr lang="en-US"/>
        </a:p>
      </dgm:t>
    </dgm:pt>
    <dgm:pt modelId="{E24ED13F-3174-451B-96DF-0EAEF7316FAD}" type="sibTrans" cxnId="{4ABA00DA-42C4-4490-8902-E25F16751F9F}">
      <dgm:prSet/>
      <dgm:spPr/>
      <dgm:t>
        <a:bodyPr/>
        <a:lstStyle/>
        <a:p>
          <a:endParaRPr lang="en-US"/>
        </a:p>
      </dgm:t>
    </dgm:pt>
    <dgm:pt modelId="{BD543E6B-7210-47D4-AA08-F6824083A0E6}">
      <dgm:prSet/>
      <dgm:spPr/>
      <dgm:t>
        <a:bodyPr/>
        <a:lstStyle/>
        <a:p>
          <a:r>
            <a:rPr lang="en-US"/>
            <a:t>Using Random Forest and Multi Layer Perceptron Neural Network</a:t>
          </a:r>
        </a:p>
      </dgm:t>
    </dgm:pt>
    <dgm:pt modelId="{98258FEE-C408-49FF-8D6E-7AEA96BEA19B}" type="parTrans" cxnId="{5A1E973A-815C-4559-9807-3E11CC419C81}">
      <dgm:prSet/>
      <dgm:spPr/>
      <dgm:t>
        <a:bodyPr/>
        <a:lstStyle/>
        <a:p>
          <a:endParaRPr lang="en-US"/>
        </a:p>
      </dgm:t>
    </dgm:pt>
    <dgm:pt modelId="{DE01D8FB-2932-4C8B-A6EB-8D4E0A0FD2A1}" type="sibTrans" cxnId="{5A1E973A-815C-4559-9807-3E11CC419C81}">
      <dgm:prSet/>
      <dgm:spPr/>
      <dgm:t>
        <a:bodyPr/>
        <a:lstStyle/>
        <a:p>
          <a:endParaRPr lang="en-US"/>
        </a:p>
      </dgm:t>
    </dgm:pt>
    <dgm:pt modelId="{37C45756-1A67-47FE-9B9A-5B80154723A8}">
      <dgm:prSet/>
      <dgm:spPr/>
      <dgm:t>
        <a:bodyPr/>
        <a:lstStyle/>
        <a:p>
          <a:r>
            <a:rPr lang="en-US"/>
            <a:t>Target: Classify as </a:t>
          </a:r>
          <a:r>
            <a:rPr lang="en-US" i="1"/>
            <a:t>malignant</a:t>
          </a:r>
          <a:r>
            <a:rPr lang="en-US"/>
            <a:t> or </a:t>
          </a:r>
          <a:r>
            <a:rPr lang="en-US" i="1"/>
            <a:t>benign</a:t>
          </a:r>
          <a:endParaRPr lang="en-US"/>
        </a:p>
      </dgm:t>
    </dgm:pt>
    <dgm:pt modelId="{B9931F7D-748E-4B46-889A-37B3565A2DC7}" type="parTrans" cxnId="{35638904-3C52-4A9F-A4F7-491AA35A50B3}">
      <dgm:prSet/>
      <dgm:spPr/>
      <dgm:t>
        <a:bodyPr/>
        <a:lstStyle/>
        <a:p>
          <a:endParaRPr lang="en-US"/>
        </a:p>
      </dgm:t>
    </dgm:pt>
    <dgm:pt modelId="{AE102400-76EF-4BAC-AB2F-DE8F29DF0822}" type="sibTrans" cxnId="{35638904-3C52-4A9F-A4F7-491AA35A50B3}">
      <dgm:prSet/>
      <dgm:spPr/>
      <dgm:t>
        <a:bodyPr/>
        <a:lstStyle/>
        <a:p>
          <a:endParaRPr lang="en-US"/>
        </a:p>
      </dgm:t>
    </dgm:pt>
    <dgm:pt modelId="{4836356F-87DC-4A40-AC9D-7E38F1A9C23D}" type="pres">
      <dgm:prSet presAssocID="{241F66C6-F39A-411C-A0BA-F479304A9A8D}" presName="diagram" presStyleCnt="0">
        <dgm:presLayoutVars>
          <dgm:dir/>
          <dgm:resizeHandles val="exact"/>
        </dgm:presLayoutVars>
      </dgm:prSet>
      <dgm:spPr/>
    </dgm:pt>
    <dgm:pt modelId="{D1A4C343-4733-4A1A-92CA-00C17B20E786}" type="pres">
      <dgm:prSet presAssocID="{C829770E-22CA-466B-9622-8C9D98B86519}" presName="node" presStyleLbl="node1" presStyleIdx="0" presStyleCnt="6">
        <dgm:presLayoutVars>
          <dgm:bulletEnabled val="1"/>
        </dgm:presLayoutVars>
      </dgm:prSet>
      <dgm:spPr/>
    </dgm:pt>
    <dgm:pt modelId="{A1D47766-85AB-4A53-AE81-80B726EA0387}" type="pres">
      <dgm:prSet presAssocID="{07885C36-9A6D-4FDD-952F-A97FF60C9CB3}" presName="sibTrans" presStyleCnt="0"/>
      <dgm:spPr/>
    </dgm:pt>
    <dgm:pt modelId="{4585E3FF-0704-46A3-817E-7FF18FDD4DE4}" type="pres">
      <dgm:prSet presAssocID="{C0ED3FED-5561-4EE7-9AFB-07C837F0A880}" presName="node" presStyleLbl="node1" presStyleIdx="1" presStyleCnt="6">
        <dgm:presLayoutVars>
          <dgm:bulletEnabled val="1"/>
        </dgm:presLayoutVars>
      </dgm:prSet>
      <dgm:spPr/>
    </dgm:pt>
    <dgm:pt modelId="{5BBB9335-A18A-4F7C-9769-900A3EA52203}" type="pres">
      <dgm:prSet presAssocID="{3920ADBD-25A6-417A-947F-B531A4DB4C36}" presName="sibTrans" presStyleCnt="0"/>
      <dgm:spPr/>
    </dgm:pt>
    <dgm:pt modelId="{F43DB361-054B-4B52-92CB-CBAC2BC4FEAE}" type="pres">
      <dgm:prSet presAssocID="{F63F06D7-1A3D-49CD-9E03-23FB8004AF8E}" presName="node" presStyleLbl="node1" presStyleIdx="2" presStyleCnt="6">
        <dgm:presLayoutVars>
          <dgm:bulletEnabled val="1"/>
        </dgm:presLayoutVars>
      </dgm:prSet>
      <dgm:spPr/>
    </dgm:pt>
    <dgm:pt modelId="{E17CA7AF-D674-4260-AA8F-695DAA045334}" type="pres">
      <dgm:prSet presAssocID="{B17F2996-8E1D-4419-B0CA-BE4ACEB3DFD0}" presName="sibTrans" presStyleCnt="0"/>
      <dgm:spPr/>
    </dgm:pt>
    <dgm:pt modelId="{F7891479-4368-4447-9887-4FDF11F52114}" type="pres">
      <dgm:prSet presAssocID="{D69CE1AD-D103-424E-BC0B-557059A2779A}" presName="node" presStyleLbl="node1" presStyleIdx="3" presStyleCnt="6">
        <dgm:presLayoutVars>
          <dgm:bulletEnabled val="1"/>
        </dgm:presLayoutVars>
      </dgm:prSet>
      <dgm:spPr/>
    </dgm:pt>
    <dgm:pt modelId="{EE5FA056-C111-4207-8DD6-4FAEE957B293}" type="pres">
      <dgm:prSet presAssocID="{E24ED13F-3174-451B-96DF-0EAEF7316FAD}" presName="sibTrans" presStyleCnt="0"/>
      <dgm:spPr/>
    </dgm:pt>
    <dgm:pt modelId="{6B164C2A-8034-49A9-A606-1768DA67C3E6}" type="pres">
      <dgm:prSet presAssocID="{BD543E6B-7210-47D4-AA08-F6824083A0E6}" presName="node" presStyleLbl="node1" presStyleIdx="4" presStyleCnt="6">
        <dgm:presLayoutVars>
          <dgm:bulletEnabled val="1"/>
        </dgm:presLayoutVars>
      </dgm:prSet>
      <dgm:spPr/>
    </dgm:pt>
    <dgm:pt modelId="{D3C7DC17-BA5E-49F5-850F-F006F1FA96B3}" type="pres">
      <dgm:prSet presAssocID="{DE01D8FB-2932-4C8B-A6EB-8D4E0A0FD2A1}" presName="sibTrans" presStyleCnt="0"/>
      <dgm:spPr/>
    </dgm:pt>
    <dgm:pt modelId="{5163B9DE-57EF-4F70-9B70-C9B73493712A}" type="pres">
      <dgm:prSet presAssocID="{37C45756-1A67-47FE-9B9A-5B80154723A8}" presName="node" presStyleLbl="node1" presStyleIdx="5" presStyleCnt="6">
        <dgm:presLayoutVars>
          <dgm:bulletEnabled val="1"/>
        </dgm:presLayoutVars>
      </dgm:prSet>
      <dgm:spPr/>
    </dgm:pt>
  </dgm:ptLst>
  <dgm:cxnLst>
    <dgm:cxn modelId="{35638904-3C52-4A9F-A4F7-491AA35A50B3}" srcId="{241F66C6-F39A-411C-A0BA-F479304A9A8D}" destId="{37C45756-1A67-47FE-9B9A-5B80154723A8}" srcOrd="5" destOrd="0" parTransId="{B9931F7D-748E-4B46-889A-37B3565A2DC7}" sibTransId="{AE102400-76EF-4BAC-AB2F-DE8F29DF0822}"/>
    <dgm:cxn modelId="{7C3DD410-2FD3-445B-97D1-C09F2823CAF1}" type="presOf" srcId="{F63F06D7-1A3D-49CD-9E03-23FB8004AF8E}" destId="{F43DB361-054B-4B52-92CB-CBAC2BC4FEAE}" srcOrd="0" destOrd="0" presId="urn:microsoft.com/office/officeart/2005/8/layout/default"/>
    <dgm:cxn modelId="{5E4D853A-0E2C-49CC-84A9-3BF17ED3717A}" srcId="{241F66C6-F39A-411C-A0BA-F479304A9A8D}" destId="{F63F06D7-1A3D-49CD-9E03-23FB8004AF8E}" srcOrd="2" destOrd="0" parTransId="{1DA60863-7736-4EDD-BC7A-3424836A4415}" sibTransId="{B17F2996-8E1D-4419-B0CA-BE4ACEB3DFD0}"/>
    <dgm:cxn modelId="{5A1E973A-815C-4559-9807-3E11CC419C81}" srcId="{241F66C6-F39A-411C-A0BA-F479304A9A8D}" destId="{BD543E6B-7210-47D4-AA08-F6824083A0E6}" srcOrd="4" destOrd="0" parTransId="{98258FEE-C408-49FF-8D6E-7AEA96BEA19B}" sibTransId="{DE01D8FB-2932-4C8B-A6EB-8D4E0A0FD2A1}"/>
    <dgm:cxn modelId="{F8FE9647-6B14-415D-85FF-577685607C8E}" type="presOf" srcId="{37C45756-1A67-47FE-9B9A-5B80154723A8}" destId="{5163B9DE-57EF-4F70-9B70-C9B73493712A}" srcOrd="0" destOrd="0" presId="urn:microsoft.com/office/officeart/2005/8/layout/default"/>
    <dgm:cxn modelId="{00C66D6A-533C-49F6-B41D-A604B5BDC6A1}" type="presOf" srcId="{C0ED3FED-5561-4EE7-9AFB-07C837F0A880}" destId="{4585E3FF-0704-46A3-817E-7FF18FDD4DE4}" srcOrd="0" destOrd="0" presId="urn:microsoft.com/office/officeart/2005/8/layout/default"/>
    <dgm:cxn modelId="{C3ADA290-166F-4CB9-8A4C-F5BC1FB2BAD9}" type="presOf" srcId="{BD543E6B-7210-47D4-AA08-F6824083A0E6}" destId="{6B164C2A-8034-49A9-A606-1768DA67C3E6}" srcOrd="0" destOrd="0" presId="urn:microsoft.com/office/officeart/2005/8/layout/default"/>
    <dgm:cxn modelId="{2A10EF95-2DB9-41AC-9678-4B0D370163DD}" type="presOf" srcId="{241F66C6-F39A-411C-A0BA-F479304A9A8D}" destId="{4836356F-87DC-4A40-AC9D-7E38F1A9C23D}" srcOrd="0" destOrd="0" presId="urn:microsoft.com/office/officeart/2005/8/layout/default"/>
    <dgm:cxn modelId="{9FE682A5-D14A-41B0-8A87-55916F7AB17B}" srcId="{241F66C6-F39A-411C-A0BA-F479304A9A8D}" destId="{C0ED3FED-5561-4EE7-9AFB-07C837F0A880}" srcOrd="1" destOrd="0" parTransId="{571A118E-2B25-482B-BE77-3797D23851A5}" sibTransId="{3920ADBD-25A6-417A-947F-B531A4DB4C36}"/>
    <dgm:cxn modelId="{CDE7A5B0-138C-47AC-9AC4-5D4432C7E0A5}" srcId="{241F66C6-F39A-411C-A0BA-F479304A9A8D}" destId="{C829770E-22CA-466B-9622-8C9D98B86519}" srcOrd="0" destOrd="0" parTransId="{18587338-11DD-41C3-885D-6E3945A49E5D}" sibTransId="{07885C36-9A6D-4FDD-952F-A97FF60C9CB3}"/>
    <dgm:cxn modelId="{4ABA00DA-42C4-4490-8902-E25F16751F9F}" srcId="{241F66C6-F39A-411C-A0BA-F479304A9A8D}" destId="{D69CE1AD-D103-424E-BC0B-557059A2779A}" srcOrd="3" destOrd="0" parTransId="{0912785C-8661-4177-9CD4-05AD343C98CC}" sibTransId="{E24ED13F-3174-451B-96DF-0EAEF7316FAD}"/>
    <dgm:cxn modelId="{10D6DEE9-4FC3-4179-8FC5-33EED5000B3C}" type="presOf" srcId="{D69CE1AD-D103-424E-BC0B-557059A2779A}" destId="{F7891479-4368-4447-9887-4FDF11F52114}" srcOrd="0" destOrd="0" presId="urn:microsoft.com/office/officeart/2005/8/layout/default"/>
    <dgm:cxn modelId="{D4FF28F2-4F93-4971-9946-D5A8F6E76BE9}" type="presOf" srcId="{C829770E-22CA-466B-9622-8C9D98B86519}" destId="{D1A4C343-4733-4A1A-92CA-00C17B20E786}" srcOrd="0" destOrd="0" presId="urn:microsoft.com/office/officeart/2005/8/layout/default"/>
    <dgm:cxn modelId="{711ABF8B-ADE6-441E-A64C-DAAF7C24F540}" type="presParOf" srcId="{4836356F-87DC-4A40-AC9D-7E38F1A9C23D}" destId="{D1A4C343-4733-4A1A-92CA-00C17B20E786}" srcOrd="0" destOrd="0" presId="urn:microsoft.com/office/officeart/2005/8/layout/default"/>
    <dgm:cxn modelId="{01E8ED0C-9982-46BF-AE9E-B1AD9213B65C}" type="presParOf" srcId="{4836356F-87DC-4A40-AC9D-7E38F1A9C23D}" destId="{A1D47766-85AB-4A53-AE81-80B726EA0387}" srcOrd="1" destOrd="0" presId="urn:microsoft.com/office/officeart/2005/8/layout/default"/>
    <dgm:cxn modelId="{A897AE1F-5CB0-4B36-A8F5-17FCA8649742}" type="presParOf" srcId="{4836356F-87DC-4A40-AC9D-7E38F1A9C23D}" destId="{4585E3FF-0704-46A3-817E-7FF18FDD4DE4}" srcOrd="2" destOrd="0" presId="urn:microsoft.com/office/officeart/2005/8/layout/default"/>
    <dgm:cxn modelId="{6BAEF13E-0CC6-4FD5-A5B1-9B4059C948EE}" type="presParOf" srcId="{4836356F-87DC-4A40-AC9D-7E38F1A9C23D}" destId="{5BBB9335-A18A-4F7C-9769-900A3EA52203}" srcOrd="3" destOrd="0" presId="urn:microsoft.com/office/officeart/2005/8/layout/default"/>
    <dgm:cxn modelId="{999273CE-08A0-4F41-8D04-6E0AA39B8329}" type="presParOf" srcId="{4836356F-87DC-4A40-AC9D-7E38F1A9C23D}" destId="{F43DB361-054B-4B52-92CB-CBAC2BC4FEAE}" srcOrd="4" destOrd="0" presId="urn:microsoft.com/office/officeart/2005/8/layout/default"/>
    <dgm:cxn modelId="{2F9C5F52-C2D1-4CA7-B617-B1F7AD96BF5C}" type="presParOf" srcId="{4836356F-87DC-4A40-AC9D-7E38F1A9C23D}" destId="{E17CA7AF-D674-4260-AA8F-695DAA045334}" srcOrd="5" destOrd="0" presId="urn:microsoft.com/office/officeart/2005/8/layout/default"/>
    <dgm:cxn modelId="{21B75CB7-E315-4ED2-BC03-E8408F679A41}" type="presParOf" srcId="{4836356F-87DC-4A40-AC9D-7E38F1A9C23D}" destId="{F7891479-4368-4447-9887-4FDF11F52114}" srcOrd="6" destOrd="0" presId="urn:microsoft.com/office/officeart/2005/8/layout/default"/>
    <dgm:cxn modelId="{AF93C9FD-E3AC-4AEE-918F-4AA4D02FA914}" type="presParOf" srcId="{4836356F-87DC-4A40-AC9D-7E38F1A9C23D}" destId="{EE5FA056-C111-4207-8DD6-4FAEE957B293}" srcOrd="7" destOrd="0" presId="urn:microsoft.com/office/officeart/2005/8/layout/default"/>
    <dgm:cxn modelId="{57879F25-095E-4EED-A6A1-270A554B8602}" type="presParOf" srcId="{4836356F-87DC-4A40-AC9D-7E38F1A9C23D}" destId="{6B164C2A-8034-49A9-A606-1768DA67C3E6}" srcOrd="8" destOrd="0" presId="urn:microsoft.com/office/officeart/2005/8/layout/default"/>
    <dgm:cxn modelId="{44FC5DCE-E2F4-4025-91E9-CBD00FD58AA7}" type="presParOf" srcId="{4836356F-87DC-4A40-AC9D-7E38F1A9C23D}" destId="{D3C7DC17-BA5E-49F5-850F-F006F1FA96B3}" srcOrd="9" destOrd="0" presId="urn:microsoft.com/office/officeart/2005/8/layout/default"/>
    <dgm:cxn modelId="{47C92153-89A2-4DBE-BD09-9F35F3A3FF28}" type="presParOf" srcId="{4836356F-87DC-4A40-AC9D-7E38F1A9C23D}" destId="{5163B9DE-57EF-4F70-9B70-C9B73493712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A1426C-150C-41AD-9BED-F929DB0970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975AC7-9D43-4DFC-B46A-E88C6FC0CFA2}">
      <dgm:prSet/>
      <dgm:spPr/>
      <dgm:t>
        <a:bodyPr/>
        <a:lstStyle/>
        <a:p>
          <a:r>
            <a:rPr lang="en-US"/>
            <a:t>Builds many decision trees using bootstrapped data</a:t>
          </a:r>
        </a:p>
      </dgm:t>
    </dgm:pt>
    <dgm:pt modelId="{1D5FF7A6-F617-4786-9AFE-F60D3BEC1C50}" type="parTrans" cxnId="{E3539C7B-0CA1-4FEA-8DC0-A8246EACBA70}">
      <dgm:prSet/>
      <dgm:spPr/>
      <dgm:t>
        <a:bodyPr/>
        <a:lstStyle/>
        <a:p>
          <a:endParaRPr lang="en-US"/>
        </a:p>
      </dgm:t>
    </dgm:pt>
    <dgm:pt modelId="{C5CD5443-CEAD-4469-A9E4-FE25933D063D}" type="sibTrans" cxnId="{E3539C7B-0CA1-4FEA-8DC0-A8246EACBA70}">
      <dgm:prSet/>
      <dgm:spPr/>
      <dgm:t>
        <a:bodyPr/>
        <a:lstStyle/>
        <a:p>
          <a:endParaRPr lang="en-US"/>
        </a:p>
      </dgm:t>
    </dgm:pt>
    <dgm:pt modelId="{32FE3CDB-3360-4964-B6DC-B00F479D7626}">
      <dgm:prSet/>
      <dgm:spPr/>
      <dgm:t>
        <a:bodyPr/>
        <a:lstStyle/>
        <a:p>
          <a:r>
            <a:rPr lang="en-US"/>
            <a:t>Each tree “votes” → final prediction by majority</a:t>
          </a:r>
        </a:p>
      </dgm:t>
    </dgm:pt>
    <dgm:pt modelId="{51BE827C-AD79-44C9-B645-8488CD8296E9}" type="parTrans" cxnId="{33252659-95EC-4615-895C-FC0A91880112}">
      <dgm:prSet/>
      <dgm:spPr/>
      <dgm:t>
        <a:bodyPr/>
        <a:lstStyle/>
        <a:p>
          <a:endParaRPr lang="en-US"/>
        </a:p>
      </dgm:t>
    </dgm:pt>
    <dgm:pt modelId="{F5A70CB5-B2B3-4ACD-AAA4-1D9CCC9BAE82}" type="sibTrans" cxnId="{33252659-95EC-4615-895C-FC0A91880112}">
      <dgm:prSet/>
      <dgm:spPr/>
      <dgm:t>
        <a:bodyPr/>
        <a:lstStyle/>
        <a:p>
          <a:endParaRPr lang="en-US"/>
        </a:p>
      </dgm:t>
    </dgm:pt>
    <dgm:pt modelId="{73862F4B-BBEA-4114-999A-6E1181AE9C41}">
      <dgm:prSet/>
      <dgm:spPr/>
      <dgm:t>
        <a:bodyPr/>
        <a:lstStyle/>
        <a:p>
          <a:r>
            <a:rPr lang="en-US"/>
            <a:t>Mimics natural selection via variation and competition</a:t>
          </a:r>
        </a:p>
      </dgm:t>
    </dgm:pt>
    <dgm:pt modelId="{1725ED4A-4912-4027-8BC1-FF20C219499A}" type="parTrans" cxnId="{F61B03CD-B039-4843-A7C2-BF953B698E73}">
      <dgm:prSet/>
      <dgm:spPr/>
      <dgm:t>
        <a:bodyPr/>
        <a:lstStyle/>
        <a:p>
          <a:endParaRPr lang="en-US"/>
        </a:p>
      </dgm:t>
    </dgm:pt>
    <dgm:pt modelId="{2C4F3F0A-48A0-4657-A2DC-4F741DC8F46E}" type="sibTrans" cxnId="{F61B03CD-B039-4843-A7C2-BF953B698E73}">
      <dgm:prSet/>
      <dgm:spPr/>
      <dgm:t>
        <a:bodyPr/>
        <a:lstStyle/>
        <a:p>
          <a:endParaRPr lang="en-US"/>
        </a:p>
      </dgm:t>
    </dgm:pt>
    <dgm:pt modelId="{6F35065E-51B8-4184-A12A-8F5A2DE04931}">
      <dgm:prSet/>
      <dgm:spPr/>
      <dgm:t>
        <a:bodyPr/>
        <a:lstStyle/>
        <a:p>
          <a:r>
            <a:rPr lang="en-US"/>
            <a:t>Handles overfitting better than a single tree</a:t>
          </a:r>
        </a:p>
      </dgm:t>
    </dgm:pt>
    <dgm:pt modelId="{05693E68-0E92-4DA7-9E0A-F62146EFA797}" type="parTrans" cxnId="{67D4FB2C-E46A-4919-98EB-472B1C70258B}">
      <dgm:prSet/>
      <dgm:spPr/>
      <dgm:t>
        <a:bodyPr/>
        <a:lstStyle/>
        <a:p>
          <a:endParaRPr lang="en-US"/>
        </a:p>
      </dgm:t>
    </dgm:pt>
    <dgm:pt modelId="{2CC171A7-59DA-407B-BC0F-16C938D50A41}" type="sibTrans" cxnId="{67D4FB2C-E46A-4919-98EB-472B1C70258B}">
      <dgm:prSet/>
      <dgm:spPr/>
      <dgm:t>
        <a:bodyPr/>
        <a:lstStyle/>
        <a:p>
          <a:endParaRPr lang="en-US"/>
        </a:p>
      </dgm:t>
    </dgm:pt>
    <dgm:pt modelId="{EC3BDF5B-3C57-4EFC-85FA-6DDB0A564D54}">
      <dgm:prSet/>
      <dgm:spPr/>
      <dgm:t>
        <a:bodyPr/>
        <a:lstStyle/>
        <a:p>
          <a:r>
            <a:rPr lang="en-US"/>
            <a:t>Emphasize how RF resembles evolutionary algorithms: random variation, survival of the fittest trees, aggregation</a:t>
          </a:r>
        </a:p>
      </dgm:t>
    </dgm:pt>
    <dgm:pt modelId="{9D219136-A3AF-400B-B774-BB2583524A39}" type="parTrans" cxnId="{1860AE63-95A8-4138-96B8-53DBD7D649C5}">
      <dgm:prSet/>
      <dgm:spPr/>
      <dgm:t>
        <a:bodyPr/>
        <a:lstStyle/>
        <a:p>
          <a:endParaRPr lang="en-US"/>
        </a:p>
      </dgm:t>
    </dgm:pt>
    <dgm:pt modelId="{8E7012FE-9FE1-42EC-870E-FB840D8D6C2A}" type="sibTrans" cxnId="{1860AE63-95A8-4138-96B8-53DBD7D649C5}">
      <dgm:prSet/>
      <dgm:spPr/>
      <dgm:t>
        <a:bodyPr/>
        <a:lstStyle/>
        <a:p>
          <a:endParaRPr lang="en-US"/>
        </a:p>
      </dgm:t>
    </dgm:pt>
    <dgm:pt modelId="{37BB532D-9621-4040-9181-5196305B65CA}">
      <dgm:prSet/>
      <dgm:spPr/>
      <dgm:t>
        <a:bodyPr/>
        <a:lstStyle/>
        <a:p>
          <a:r>
            <a:rPr lang="en-US"/>
            <a:t>Explain decision trees are like rule-based “if-else” logic machines</a:t>
          </a:r>
        </a:p>
      </dgm:t>
    </dgm:pt>
    <dgm:pt modelId="{8D654066-F559-41EA-82BF-518F568C5683}" type="parTrans" cxnId="{33AC8D78-1310-48DC-A753-91948FAADC61}">
      <dgm:prSet/>
      <dgm:spPr/>
      <dgm:t>
        <a:bodyPr/>
        <a:lstStyle/>
        <a:p>
          <a:endParaRPr lang="en-US"/>
        </a:p>
      </dgm:t>
    </dgm:pt>
    <dgm:pt modelId="{83F9B16D-F2E0-40BF-A4F7-12B93D468E25}" type="sibTrans" cxnId="{33AC8D78-1310-48DC-A753-91948FAADC61}">
      <dgm:prSet/>
      <dgm:spPr/>
      <dgm:t>
        <a:bodyPr/>
        <a:lstStyle/>
        <a:p>
          <a:endParaRPr lang="en-US"/>
        </a:p>
      </dgm:t>
    </dgm:pt>
    <dgm:pt modelId="{9F088F3E-3241-48AE-A7A6-01C7D67E96D3}" type="pres">
      <dgm:prSet presAssocID="{4CA1426C-150C-41AD-9BED-F929DB0970CF}" presName="linear" presStyleCnt="0">
        <dgm:presLayoutVars>
          <dgm:animLvl val="lvl"/>
          <dgm:resizeHandles val="exact"/>
        </dgm:presLayoutVars>
      </dgm:prSet>
      <dgm:spPr/>
    </dgm:pt>
    <dgm:pt modelId="{B96A5C4F-E4BC-40C0-86E2-FFE06608A386}" type="pres">
      <dgm:prSet presAssocID="{84975AC7-9D43-4DFC-B46A-E88C6FC0CFA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FC75CA9-6504-4A4D-A90B-4648144644E9}" type="pres">
      <dgm:prSet presAssocID="{C5CD5443-CEAD-4469-A9E4-FE25933D063D}" presName="spacer" presStyleCnt="0"/>
      <dgm:spPr/>
    </dgm:pt>
    <dgm:pt modelId="{83253EBE-56EE-4533-8CB9-A4E5D23EE885}" type="pres">
      <dgm:prSet presAssocID="{32FE3CDB-3360-4964-B6DC-B00F479D762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CDA01EB-BAF8-4B0D-BD1A-13EE1995A73B}" type="pres">
      <dgm:prSet presAssocID="{F5A70CB5-B2B3-4ACD-AAA4-1D9CCC9BAE82}" presName="spacer" presStyleCnt="0"/>
      <dgm:spPr/>
    </dgm:pt>
    <dgm:pt modelId="{50C8ED46-31F1-4D57-B89D-DCD3D02EFF8C}" type="pres">
      <dgm:prSet presAssocID="{73862F4B-BBEA-4114-999A-6E1181AE9C4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2858C93-E0C5-40CB-A9B4-AC703AFE9FB9}" type="pres">
      <dgm:prSet presAssocID="{2C4F3F0A-48A0-4657-A2DC-4F741DC8F46E}" presName="spacer" presStyleCnt="0"/>
      <dgm:spPr/>
    </dgm:pt>
    <dgm:pt modelId="{35B9620A-4C2B-47E5-9863-568D6D4A435B}" type="pres">
      <dgm:prSet presAssocID="{6F35065E-51B8-4184-A12A-8F5A2DE0493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B9366CB-F81C-4C48-8D5C-9092C36A5924}" type="pres">
      <dgm:prSet presAssocID="{2CC171A7-59DA-407B-BC0F-16C938D50A41}" presName="spacer" presStyleCnt="0"/>
      <dgm:spPr/>
    </dgm:pt>
    <dgm:pt modelId="{80627C63-9F98-4BE6-985D-BF68FF42E653}" type="pres">
      <dgm:prSet presAssocID="{EC3BDF5B-3C57-4EFC-85FA-6DDB0A564D5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8F6CB8B-8E2D-4CD6-8A11-2BC3850087A3}" type="pres">
      <dgm:prSet presAssocID="{8E7012FE-9FE1-42EC-870E-FB840D8D6C2A}" presName="spacer" presStyleCnt="0"/>
      <dgm:spPr/>
    </dgm:pt>
    <dgm:pt modelId="{CFFC95BD-DE7C-496D-A53B-0FDE4B70FE1E}" type="pres">
      <dgm:prSet presAssocID="{37BB532D-9621-4040-9181-5196305B65C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4828800-45E7-4B18-A1B7-5B1522888621}" type="presOf" srcId="{6F35065E-51B8-4184-A12A-8F5A2DE04931}" destId="{35B9620A-4C2B-47E5-9863-568D6D4A435B}" srcOrd="0" destOrd="0" presId="urn:microsoft.com/office/officeart/2005/8/layout/vList2"/>
    <dgm:cxn modelId="{73979A04-4DEC-4108-89E6-F77F0745EE27}" type="presOf" srcId="{EC3BDF5B-3C57-4EFC-85FA-6DDB0A564D54}" destId="{80627C63-9F98-4BE6-985D-BF68FF42E653}" srcOrd="0" destOrd="0" presId="urn:microsoft.com/office/officeart/2005/8/layout/vList2"/>
    <dgm:cxn modelId="{C4D75D0C-6CC6-4E48-BB25-97954FEA6851}" type="presOf" srcId="{37BB532D-9621-4040-9181-5196305B65CA}" destId="{CFFC95BD-DE7C-496D-A53B-0FDE4B70FE1E}" srcOrd="0" destOrd="0" presId="urn:microsoft.com/office/officeart/2005/8/layout/vList2"/>
    <dgm:cxn modelId="{804BA420-F7A0-4CE3-8B9B-839BFCCE8DED}" type="presOf" srcId="{84975AC7-9D43-4DFC-B46A-E88C6FC0CFA2}" destId="{B96A5C4F-E4BC-40C0-86E2-FFE06608A386}" srcOrd="0" destOrd="0" presId="urn:microsoft.com/office/officeart/2005/8/layout/vList2"/>
    <dgm:cxn modelId="{67D4FB2C-E46A-4919-98EB-472B1C70258B}" srcId="{4CA1426C-150C-41AD-9BED-F929DB0970CF}" destId="{6F35065E-51B8-4184-A12A-8F5A2DE04931}" srcOrd="3" destOrd="0" parTransId="{05693E68-0E92-4DA7-9E0A-F62146EFA797}" sibTransId="{2CC171A7-59DA-407B-BC0F-16C938D50A41}"/>
    <dgm:cxn modelId="{543A5B40-5492-42A7-A5E9-BEB0BF4A4A71}" type="presOf" srcId="{32FE3CDB-3360-4964-B6DC-B00F479D7626}" destId="{83253EBE-56EE-4533-8CB9-A4E5D23EE885}" srcOrd="0" destOrd="0" presId="urn:microsoft.com/office/officeart/2005/8/layout/vList2"/>
    <dgm:cxn modelId="{1860AE63-95A8-4138-96B8-53DBD7D649C5}" srcId="{4CA1426C-150C-41AD-9BED-F929DB0970CF}" destId="{EC3BDF5B-3C57-4EFC-85FA-6DDB0A564D54}" srcOrd="4" destOrd="0" parTransId="{9D219136-A3AF-400B-B774-BB2583524A39}" sibTransId="{8E7012FE-9FE1-42EC-870E-FB840D8D6C2A}"/>
    <dgm:cxn modelId="{33AC8D78-1310-48DC-A753-91948FAADC61}" srcId="{4CA1426C-150C-41AD-9BED-F929DB0970CF}" destId="{37BB532D-9621-4040-9181-5196305B65CA}" srcOrd="5" destOrd="0" parTransId="{8D654066-F559-41EA-82BF-518F568C5683}" sibTransId="{83F9B16D-F2E0-40BF-A4F7-12B93D468E25}"/>
    <dgm:cxn modelId="{33252659-95EC-4615-895C-FC0A91880112}" srcId="{4CA1426C-150C-41AD-9BED-F929DB0970CF}" destId="{32FE3CDB-3360-4964-B6DC-B00F479D7626}" srcOrd="1" destOrd="0" parTransId="{51BE827C-AD79-44C9-B645-8488CD8296E9}" sibTransId="{F5A70CB5-B2B3-4ACD-AAA4-1D9CCC9BAE82}"/>
    <dgm:cxn modelId="{E3539C7B-0CA1-4FEA-8DC0-A8246EACBA70}" srcId="{4CA1426C-150C-41AD-9BED-F929DB0970CF}" destId="{84975AC7-9D43-4DFC-B46A-E88C6FC0CFA2}" srcOrd="0" destOrd="0" parTransId="{1D5FF7A6-F617-4786-9AFE-F60D3BEC1C50}" sibTransId="{C5CD5443-CEAD-4469-A9E4-FE25933D063D}"/>
    <dgm:cxn modelId="{F61B03CD-B039-4843-A7C2-BF953B698E73}" srcId="{4CA1426C-150C-41AD-9BED-F929DB0970CF}" destId="{73862F4B-BBEA-4114-999A-6E1181AE9C41}" srcOrd="2" destOrd="0" parTransId="{1725ED4A-4912-4027-8BC1-FF20C219499A}" sibTransId="{2C4F3F0A-48A0-4657-A2DC-4F741DC8F46E}"/>
    <dgm:cxn modelId="{885E9DEF-EF01-4416-84AD-E9B29C5441D2}" type="presOf" srcId="{4CA1426C-150C-41AD-9BED-F929DB0970CF}" destId="{9F088F3E-3241-48AE-A7A6-01C7D67E96D3}" srcOrd="0" destOrd="0" presId="urn:microsoft.com/office/officeart/2005/8/layout/vList2"/>
    <dgm:cxn modelId="{648C67F3-2B58-4FBF-A6CD-56AD20D8DFC2}" type="presOf" srcId="{73862F4B-BBEA-4114-999A-6E1181AE9C41}" destId="{50C8ED46-31F1-4D57-B89D-DCD3D02EFF8C}" srcOrd="0" destOrd="0" presId="urn:microsoft.com/office/officeart/2005/8/layout/vList2"/>
    <dgm:cxn modelId="{847434D0-7BC2-417A-ACEC-538EE0504F28}" type="presParOf" srcId="{9F088F3E-3241-48AE-A7A6-01C7D67E96D3}" destId="{B96A5C4F-E4BC-40C0-86E2-FFE06608A386}" srcOrd="0" destOrd="0" presId="urn:microsoft.com/office/officeart/2005/8/layout/vList2"/>
    <dgm:cxn modelId="{C282A977-7C13-418A-AE69-7ACEBC6BD469}" type="presParOf" srcId="{9F088F3E-3241-48AE-A7A6-01C7D67E96D3}" destId="{BFC75CA9-6504-4A4D-A90B-4648144644E9}" srcOrd="1" destOrd="0" presId="urn:microsoft.com/office/officeart/2005/8/layout/vList2"/>
    <dgm:cxn modelId="{D5E952DA-625F-48E5-AAF8-AE4F2C5109F9}" type="presParOf" srcId="{9F088F3E-3241-48AE-A7A6-01C7D67E96D3}" destId="{83253EBE-56EE-4533-8CB9-A4E5D23EE885}" srcOrd="2" destOrd="0" presId="urn:microsoft.com/office/officeart/2005/8/layout/vList2"/>
    <dgm:cxn modelId="{C961BE0A-50DA-4DA7-A3CA-AB39CEDAAD15}" type="presParOf" srcId="{9F088F3E-3241-48AE-A7A6-01C7D67E96D3}" destId="{0CDA01EB-BAF8-4B0D-BD1A-13EE1995A73B}" srcOrd="3" destOrd="0" presId="urn:microsoft.com/office/officeart/2005/8/layout/vList2"/>
    <dgm:cxn modelId="{73F804AB-E03B-44BA-9512-69F002F3630F}" type="presParOf" srcId="{9F088F3E-3241-48AE-A7A6-01C7D67E96D3}" destId="{50C8ED46-31F1-4D57-B89D-DCD3D02EFF8C}" srcOrd="4" destOrd="0" presId="urn:microsoft.com/office/officeart/2005/8/layout/vList2"/>
    <dgm:cxn modelId="{E0C22E5E-F7C5-4606-9003-29E641255875}" type="presParOf" srcId="{9F088F3E-3241-48AE-A7A6-01C7D67E96D3}" destId="{92858C93-E0C5-40CB-A9B4-AC703AFE9FB9}" srcOrd="5" destOrd="0" presId="urn:microsoft.com/office/officeart/2005/8/layout/vList2"/>
    <dgm:cxn modelId="{10446A24-00CD-485F-AEBA-270B4CFC1267}" type="presParOf" srcId="{9F088F3E-3241-48AE-A7A6-01C7D67E96D3}" destId="{35B9620A-4C2B-47E5-9863-568D6D4A435B}" srcOrd="6" destOrd="0" presId="urn:microsoft.com/office/officeart/2005/8/layout/vList2"/>
    <dgm:cxn modelId="{E9677CB2-2264-4141-92F0-213AD32923C2}" type="presParOf" srcId="{9F088F3E-3241-48AE-A7A6-01C7D67E96D3}" destId="{CB9366CB-F81C-4C48-8D5C-9092C36A5924}" srcOrd="7" destOrd="0" presId="urn:microsoft.com/office/officeart/2005/8/layout/vList2"/>
    <dgm:cxn modelId="{A352CD3A-05E4-490F-BFFE-181B73FAAE64}" type="presParOf" srcId="{9F088F3E-3241-48AE-A7A6-01C7D67E96D3}" destId="{80627C63-9F98-4BE6-985D-BF68FF42E653}" srcOrd="8" destOrd="0" presId="urn:microsoft.com/office/officeart/2005/8/layout/vList2"/>
    <dgm:cxn modelId="{90A9A842-EB52-46C8-8875-D3CC107E25C4}" type="presParOf" srcId="{9F088F3E-3241-48AE-A7A6-01C7D67E96D3}" destId="{D8F6CB8B-8E2D-4CD6-8A11-2BC3850087A3}" srcOrd="9" destOrd="0" presId="urn:microsoft.com/office/officeart/2005/8/layout/vList2"/>
    <dgm:cxn modelId="{7C6AF481-50AF-4875-9CCF-E90214A11361}" type="presParOf" srcId="{9F088F3E-3241-48AE-A7A6-01C7D67E96D3}" destId="{CFFC95BD-DE7C-496D-A53B-0FDE4B70FE1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291F0B-14D4-4D3C-9514-2FB2368C82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DE0A7D-B75C-4244-A096-A02BE0382A9A}">
      <dgm:prSet/>
      <dgm:spPr/>
      <dgm:t>
        <a:bodyPr/>
        <a:lstStyle/>
        <a:p>
          <a:r>
            <a:rPr lang="en-US"/>
            <a:t>Layers of neurons: input → hidden → output</a:t>
          </a:r>
        </a:p>
      </dgm:t>
    </dgm:pt>
    <dgm:pt modelId="{72107344-63B6-44F9-9F5E-825C596247CA}" type="parTrans" cxnId="{83F70C6F-AA79-444D-BD7B-375DF6A02096}">
      <dgm:prSet/>
      <dgm:spPr/>
      <dgm:t>
        <a:bodyPr/>
        <a:lstStyle/>
        <a:p>
          <a:endParaRPr lang="en-US"/>
        </a:p>
      </dgm:t>
    </dgm:pt>
    <dgm:pt modelId="{4F021B4E-9E20-4E29-9F99-955F486DF2A5}" type="sibTrans" cxnId="{83F70C6F-AA79-444D-BD7B-375DF6A02096}">
      <dgm:prSet/>
      <dgm:spPr/>
      <dgm:t>
        <a:bodyPr/>
        <a:lstStyle/>
        <a:p>
          <a:endParaRPr lang="en-US"/>
        </a:p>
      </dgm:t>
    </dgm:pt>
    <dgm:pt modelId="{4D8D7B85-45D8-4E3E-A6B0-5678B858B7D4}">
      <dgm:prSet/>
      <dgm:spPr/>
      <dgm:t>
        <a:bodyPr/>
        <a:lstStyle/>
        <a:p>
          <a:r>
            <a:rPr lang="en-US"/>
            <a:t>Each connection has weights, updated via backpropagation</a:t>
          </a:r>
        </a:p>
      </dgm:t>
    </dgm:pt>
    <dgm:pt modelId="{0A943797-72EC-4723-868E-16C8E442A930}" type="parTrans" cxnId="{ECAE5183-3F14-42A3-8533-D0BB4065EC37}">
      <dgm:prSet/>
      <dgm:spPr/>
      <dgm:t>
        <a:bodyPr/>
        <a:lstStyle/>
        <a:p>
          <a:endParaRPr lang="en-US"/>
        </a:p>
      </dgm:t>
    </dgm:pt>
    <dgm:pt modelId="{53284013-4D2D-4B0A-BE77-62B42A8B27BC}" type="sibTrans" cxnId="{ECAE5183-3F14-42A3-8533-D0BB4065EC37}">
      <dgm:prSet/>
      <dgm:spPr/>
      <dgm:t>
        <a:bodyPr/>
        <a:lstStyle/>
        <a:p>
          <a:endParaRPr lang="en-US"/>
        </a:p>
      </dgm:t>
    </dgm:pt>
    <dgm:pt modelId="{380418F7-4AB8-4D14-8A35-59EFCA6BF826}">
      <dgm:prSet/>
      <dgm:spPr/>
      <dgm:t>
        <a:bodyPr/>
        <a:lstStyle/>
        <a:p>
          <a:r>
            <a:rPr lang="en-US"/>
            <a:t>Learns non-linear patterns</a:t>
          </a:r>
        </a:p>
      </dgm:t>
    </dgm:pt>
    <dgm:pt modelId="{25E2FFE4-CDDC-4AB7-805D-E57949E47F5C}" type="parTrans" cxnId="{54D7C578-D064-473A-8CB9-F6C3BBF49386}">
      <dgm:prSet/>
      <dgm:spPr/>
      <dgm:t>
        <a:bodyPr/>
        <a:lstStyle/>
        <a:p>
          <a:endParaRPr lang="en-US"/>
        </a:p>
      </dgm:t>
    </dgm:pt>
    <dgm:pt modelId="{E7214E6C-D0E4-43ED-A913-BE7B1A0E1E33}" type="sibTrans" cxnId="{54D7C578-D064-473A-8CB9-F6C3BBF49386}">
      <dgm:prSet/>
      <dgm:spPr/>
      <dgm:t>
        <a:bodyPr/>
        <a:lstStyle/>
        <a:p>
          <a:endParaRPr lang="en-US"/>
        </a:p>
      </dgm:t>
    </dgm:pt>
    <dgm:pt modelId="{6D3F9E46-E134-42AD-8CE8-C30C8DA5908A}">
      <dgm:prSet/>
      <dgm:spPr/>
      <dgm:t>
        <a:bodyPr/>
        <a:lstStyle/>
        <a:p>
          <a:r>
            <a:rPr lang="en-US"/>
            <a:t>Sensitive to data scaling and hyperparameters</a:t>
          </a:r>
        </a:p>
      </dgm:t>
    </dgm:pt>
    <dgm:pt modelId="{D8994B34-0509-4BC9-BFAA-54B118FCD7EA}" type="parTrans" cxnId="{4F0A0FF6-F6DC-45A5-92E7-657AE56D61B6}">
      <dgm:prSet/>
      <dgm:spPr/>
      <dgm:t>
        <a:bodyPr/>
        <a:lstStyle/>
        <a:p>
          <a:endParaRPr lang="en-US"/>
        </a:p>
      </dgm:t>
    </dgm:pt>
    <dgm:pt modelId="{1EA258EF-9E1C-4B39-879A-0A77D7821009}" type="sibTrans" cxnId="{4F0A0FF6-F6DC-45A5-92E7-657AE56D61B6}">
      <dgm:prSet/>
      <dgm:spPr/>
      <dgm:t>
        <a:bodyPr/>
        <a:lstStyle/>
        <a:p>
          <a:endParaRPr lang="en-US"/>
        </a:p>
      </dgm:t>
    </dgm:pt>
    <dgm:pt modelId="{384E0671-E89E-4255-A2B1-A5D0636FD2CE}">
      <dgm:prSet/>
      <dgm:spPr/>
      <dgm:t>
        <a:bodyPr/>
        <a:lstStyle/>
        <a:p>
          <a:r>
            <a:rPr lang="en-US"/>
            <a:t>MLP learns by adjusting weights to reduce prediction error</a:t>
          </a:r>
        </a:p>
      </dgm:t>
    </dgm:pt>
    <dgm:pt modelId="{35009703-3478-4083-8AD1-6FC5A4C97194}" type="parTrans" cxnId="{E901B50C-0AED-42F7-A503-A67F9FC3F2D9}">
      <dgm:prSet/>
      <dgm:spPr/>
      <dgm:t>
        <a:bodyPr/>
        <a:lstStyle/>
        <a:p>
          <a:endParaRPr lang="en-US"/>
        </a:p>
      </dgm:t>
    </dgm:pt>
    <dgm:pt modelId="{EA0A7FB2-8C88-48CD-BD67-5CCC7DCE925B}" type="sibTrans" cxnId="{E901B50C-0AED-42F7-A503-A67F9FC3F2D9}">
      <dgm:prSet/>
      <dgm:spPr/>
      <dgm:t>
        <a:bodyPr/>
        <a:lstStyle/>
        <a:p>
          <a:endParaRPr lang="en-US"/>
        </a:p>
      </dgm:t>
    </dgm:pt>
    <dgm:pt modelId="{C05C601F-1BFE-40D3-8D93-993164C62148}">
      <dgm:prSet/>
      <dgm:spPr/>
      <dgm:t>
        <a:bodyPr/>
        <a:lstStyle/>
        <a:p>
          <a:r>
            <a:rPr lang="en-US"/>
            <a:t>Contrast its "deep" structure with RF’s “wide” set of trees</a:t>
          </a:r>
        </a:p>
      </dgm:t>
    </dgm:pt>
    <dgm:pt modelId="{2B694F4A-A88D-44C1-8EE7-CFB1E3542F40}" type="parTrans" cxnId="{ECCDC328-7FD3-4C57-AD3B-DAE84F5A388F}">
      <dgm:prSet/>
      <dgm:spPr/>
      <dgm:t>
        <a:bodyPr/>
        <a:lstStyle/>
        <a:p>
          <a:endParaRPr lang="en-US"/>
        </a:p>
      </dgm:t>
    </dgm:pt>
    <dgm:pt modelId="{DD91E769-CE66-426F-A4FB-F461C7B1D72E}" type="sibTrans" cxnId="{ECCDC328-7FD3-4C57-AD3B-DAE84F5A388F}">
      <dgm:prSet/>
      <dgm:spPr/>
      <dgm:t>
        <a:bodyPr/>
        <a:lstStyle/>
        <a:p>
          <a:endParaRPr lang="en-US"/>
        </a:p>
      </dgm:t>
    </dgm:pt>
    <dgm:pt modelId="{20664B60-7BF3-4540-93B6-C823FA146296}" type="pres">
      <dgm:prSet presAssocID="{9D291F0B-14D4-4D3C-9514-2FB2368C826B}" presName="linear" presStyleCnt="0">
        <dgm:presLayoutVars>
          <dgm:animLvl val="lvl"/>
          <dgm:resizeHandles val="exact"/>
        </dgm:presLayoutVars>
      </dgm:prSet>
      <dgm:spPr/>
    </dgm:pt>
    <dgm:pt modelId="{4313010B-5A13-4C57-B169-A4CBB56E6D7A}" type="pres">
      <dgm:prSet presAssocID="{96DE0A7D-B75C-4244-A096-A02BE0382A9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442E89A-E033-4096-B037-226306D5A8BC}" type="pres">
      <dgm:prSet presAssocID="{4F021B4E-9E20-4E29-9F99-955F486DF2A5}" presName="spacer" presStyleCnt="0"/>
      <dgm:spPr/>
    </dgm:pt>
    <dgm:pt modelId="{F32318B6-777D-4152-8866-6A33FCC51623}" type="pres">
      <dgm:prSet presAssocID="{4D8D7B85-45D8-4E3E-A6B0-5678B858B7D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9C2EB86-873E-407C-8027-DA7945BA5EE3}" type="pres">
      <dgm:prSet presAssocID="{53284013-4D2D-4B0A-BE77-62B42A8B27BC}" presName="spacer" presStyleCnt="0"/>
      <dgm:spPr/>
    </dgm:pt>
    <dgm:pt modelId="{9D4C337E-BDB8-46C6-9EEB-021F0537EBBB}" type="pres">
      <dgm:prSet presAssocID="{380418F7-4AB8-4D14-8A35-59EFCA6BF82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F8FA8F4-61A7-4B5C-9747-D5AE7173CCEA}" type="pres">
      <dgm:prSet presAssocID="{E7214E6C-D0E4-43ED-A913-BE7B1A0E1E33}" presName="spacer" presStyleCnt="0"/>
      <dgm:spPr/>
    </dgm:pt>
    <dgm:pt modelId="{425CA493-EE1E-468A-9991-2A1E29A068B3}" type="pres">
      <dgm:prSet presAssocID="{6D3F9E46-E134-42AD-8CE8-C30C8DA5908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6896FCC-7396-4EF0-B09C-2404D63FF734}" type="pres">
      <dgm:prSet presAssocID="{1EA258EF-9E1C-4B39-879A-0A77D7821009}" presName="spacer" presStyleCnt="0"/>
      <dgm:spPr/>
    </dgm:pt>
    <dgm:pt modelId="{E2E234FD-778D-4E8E-BBF7-52B8F61C2C79}" type="pres">
      <dgm:prSet presAssocID="{384E0671-E89E-4255-A2B1-A5D0636FD2C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63A2543-8197-4D9D-BF90-8EA5D3A231FC}" type="pres">
      <dgm:prSet presAssocID="{EA0A7FB2-8C88-48CD-BD67-5CCC7DCE925B}" presName="spacer" presStyleCnt="0"/>
      <dgm:spPr/>
    </dgm:pt>
    <dgm:pt modelId="{BB550011-5DA4-4D5D-88C6-166AE7F7EF85}" type="pres">
      <dgm:prSet presAssocID="{C05C601F-1BFE-40D3-8D93-993164C6214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901B50C-0AED-42F7-A503-A67F9FC3F2D9}" srcId="{9D291F0B-14D4-4D3C-9514-2FB2368C826B}" destId="{384E0671-E89E-4255-A2B1-A5D0636FD2CE}" srcOrd="4" destOrd="0" parTransId="{35009703-3478-4083-8AD1-6FC5A4C97194}" sibTransId="{EA0A7FB2-8C88-48CD-BD67-5CCC7DCE925B}"/>
    <dgm:cxn modelId="{51D6130E-57A0-436D-9275-8ED7ED2756E6}" type="presOf" srcId="{C05C601F-1BFE-40D3-8D93-993164C62148}" destId="{BB550011-5DA4-4D5D-88C6-166AE7F7EF85}" srcOrd="0" destOrd="0" presId="urn:microsoft.com/office/officeart/2005/8/layout/vList2"/>
    <dgm:cxn modelId="{ECCDC328-7FD3-4C57-AD3B-DAE84F5A388F}" srcId="{9D291F0B-14D4-4D3C-9514-2FB2368C826B}" destId="{C05C601F-1BFE-40D3-8D93-993164C62148}" srcOrd="5" destOrd="0" parTransId="{2B694F4A-A88D-44C1-8EE7-CFB1E3542F40}" sibTransId="{DD91E769-CE66-426F-A4FB-F461C7B1D72E}"/>
    <dgm:cxn modelId="{83F70C6F-AA79-444D-BD7B-375DF6A02096}" srcId="{9D291F0B-14D4-4D3C-9514-2FB2368C826B}" destId="{96DE0A7D-B75C-4244-A096-A02BE0382A9A}" srcOrd="0" destOrd="0" parTransId="{72107344-63B6-44F9-9F5E-825C596247CA}" sibTransId="{4F021B4E-9E20-4E29-9F99-955F486DF2A5}"/>
    <dgm:cxn modelId="{54D7C578-D064-473A-8CB9-F6C3BBF49386}" srcId="{9D291F0B-14D4-4D3C-9514-2FB2368C826B}" destId="{380418F7-4AB8-4D14-8A35-59EFCA6BF826}" srcOrd="2" destOrd="0" parTransId="{25E2FFE4-CDDC-4AB7-805D-E57949E47F5C}" sibTransId="{E7214E6C-D0E4-43ED-A913-BE7B1A0E1E33}"/>
    <dgm:cxn modelId="{9E341979-1F72-467E-8F28-FBB5A3564EC1}" type="presOf" srcId="{9D291F0B-14D4-4D3C-9514-2FB2368C826B}" destId="{20664B60-7BF3-4540-93B6-C823FA146296}" srcOrd="0" destOrd="0" presId="urn:microsoft.com/office/officeart/2005/8/layout/vList2"/>
    <dgm:cxn modelId="{F139C47C-3482-4AC8-9F85-A978F62BBC4B}" type="presOf" srcId="{4D8D7B85-45D8-4E3E-A6B0-5678B858B7D4}" destId="{F32318B6-777D-4152-8866-6A33FCC51623}" srcOrd="0" destOrd="0" presId="urn:microsoft.com/office/officeart/2005/8/layout/vList2"/>
    <dgm:cxn modelId="{F1668A7E-F1D4-4E6D-8620-1955FF613072}" type="presOf" srcId="{6D3F9E46-E134-42AD-8CE8-C30C8DA5908A}" destId="{425CA493-EE1E-468A-9991-2A1E29A068B3}" srcOrd="0" destOrd="0" presId="urn:microsoft.com/office/officeart/2005/8/layout/vList2"/>
    <dgm:cxn modelId="{ECAE5183-3F14-42A3-8533-D0BB4065EC37}" srcId="{9D291F0B-14D4-4D3C-9514-2FB2368C826B}" destId="{4D8D7B85-45D8-4E3E-A6B0-5678B858B7D4}" srcOrd="1" destOrd="0" parTransId="{0A943797-72EC-4723-868E-16C8E442A930}" sibTransId="{53284013-4D2D-4B0A-BE77-62B42A8B27BC}"/>
    <dgm:cxn modelId="{15EB9A94-B97D-497B-9771-246916773483}" type="presOf" srcId="{384E0671-E89E-4255-A2B1-A5D0636FD2CE}" destId="{E2E234FD-778D-4E8E-BBF7-52B8F61C2C79}" srcOrd="0" destOrd="0" presId="urn:microsoft.com/office/officeart/2005/8/layout/vList2"/>
    <dgm:cxn modelId="{EB3FDDEA-FA70-40A7-A7F9-FB2937BF34C0}" type="presOf" srcId="{96DE0A7D-B75C-4244-A096-A02BE0382A9A}" destId="{4313010B-5A13-4C57-B169-A4CBB56E6D7A}" srcOrd="0" destOrd="0" presId="urn:microsoft.com/office/officeart/2005/8/layout/vList2"/>
    <dgm:cxn modelId="{626073EB-AD5F-44BA-BAED-23CD582EA196}" type="presOf" srcId="{380418F7-4AB8-4D14-8A35-59EFCA6BF826}" destId="{9D4C337E-BDB8-46C6-9EEB-021F0537EBBB}" srcOrd="0" destOrd="0" presId="urn:microsoft.com/office/officeart/2005/8/layout/vList2"/>
    <dgm:cxn modelId="{4F0A0FF6-F6DC-45A5-92E7-657AE56D61B6}" srcId="{9D291F0B-14D4-4D3C-9514-2FB2368C826B}" destId="{6D3F9E46-E134-42AD-8CE8-C30C8DA5908A}" srcOrd="3" destOrd="0" parTransId="{D8994B34-0509-4BC9-BFAA-54B118FCD7EA}" sibTransId="{1EA258EF-9E1C-4B39-879A-0A77D7821009}"/>
    <dgm:cxn modelId="{49B491A2-B089-429A-8AB9-5C0139A31708}" type="presParOf" srcId="{20664B60-7BF3-4540-93B6-C823FA146296}" destId="{4313010B-5A13-4C57-B169-A4CBB56E6D7A}" srcOrd="0" destOrd="0" presId="urn:microsoft.com/office/officeart/2005/8/layout/vList2"/>
    <dgm:cxn modelId="{9FA1A29B-6533-46F4-87E2-0FBA3DFABEDD}" type="presParOf" srcId="{20664B60-7BF3-4540-93B6-C823FA146296}" destId="{E442E89A-E033-4096-B037-226306D5A8BC}" srcOrd="1" destOrd="0" presId="urn:microsoft.com/office/officeart/2005/8/layout/vList2"/>
    <dgm:cxn modelId="{7A1C9304-FB0E-4EC6-9D75-4B013942B1CE}" type="presParOf" srcId="{20664B60-7BF3-4540-93B6-C823FA146296}" destId="{F32318B6-777D-4152-8866-6A33FCC51623}" srcOrd="2" destOrd="0" presId="urn:microsoft.com/office/officeart/2005/8/layout/vList2"/>
    <dgm:cxn modelId="{149009D8-EA49-4FDD-82EA-3398A77085F8}" type="presParOf" srcId="{20664B60-7BF3-4540-93B6-C823FA146296}" destId="{C9C2EB86-873E-407C-8027-DA7945BA5EE3}" srcOrd="3" destOrd="0" presId="urn:microsoft.com/office/officeart/2005/8/layout/vList2"/>
    <dgm:cxn modelId="{5A26DD30-FFC1-4859-A2FB-4C9E1D8E513B}" type="presParOf" srcId="{20664B60-7BF3-4540-93B6-C823FA146296}" destId="{9D4C337E-BDB8-46C6-9EEB-021F0537EBBB}" srcOrd="4" destOrd="0" presId="urn:microsoft.com/office/officeart/2005/8/layout/vList2"/>
    <dgm:cxn modelId="{3A30FD40-D47B-4519-8621-3335F574F599}" type="presParOf" srcId="{20664B60-7BF3-4540-93B6-C823FA146296}" destId="{CF8FA8F4-61A7-4B5C-9747-D5AE7173CCEA}" srcOrd="5" destOrd="0" presId="urn:microsoft.com/office/officeart/2005/8/layout/vList2"/>
    <dgm:cxn modelId="{5BCF0473-ADB2-425C-93BC-092FDD944478}" type="presParOf" srcId="{20664B60-7BF3-4540-93B6-C823FA146296}" destId="{425CA493-EE1E-468A-9991-2A1E29A068B3}" srcOrd="6" destOrd="0" presId="urn:microsoft.com/office/officeart/2005/8/layout/vList2"/>
    <dgm:cxn modelId="{9F761E50-0A68-4C9C-9F4E-D792F1149F78}" type="presParOf" srcId="{20664B60-7BF3-4540-93B6-C823FA146296}" destId="{96896FCC-7396-4EF0-B09C-2404D63FF734}" srcOrd="7" destOrd="0" presId="urn:microsoft.com/office/officeart/2005/8/layout/vList2"/>
    <dgm:cxn modelId="{D55CE0FD-AF9C-449E-B84A-878CA955B6FA}" type="presParOf" srcId="{20664B60-7BF3-4540-93B6-C823FA146296}" destId="{E2E234FD-778D-4E8E-BBF7-52B8F61C2C79}" srcOrd="8" destOrd="0" presId="urn:microsoft.com/office/officeart/2005/8/layout/vList2"/>
    <dgm:cxn modelId="{36A67F0D-0CDD-4F84-91DF-2D5EBF0DB58B}" type="presParOf" srcId="{20664B60-7BF3-4540-93B6-C823FA146296}" destId="{263A2543-8197-4D9D-BF90-8EA5D3A231FC}" srcOrd="9" destOrd="0" presId="urn:microsoft.com/office/officeart/2005/8/layout/vList2"/>
    <dgm:cxn modelId="{33ECDB98-6DB4-4C39-88C1-79CA84CC9E2B}" type="presParOf" srcId="{20664B60-7BF3-4540-93B6-C823FA146296}" destId="{BB550011-5DA4-4D5D-88C6-166AE7F7EF8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8AA8B7-4EAA-4740-8D8C-2BBE332D15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2EAA1B-108C-4478-898F-1B06AEE58F3B}">
      <dgm:prSet/>
      <dgm:spPr/>
      <dgm:t>
        <a:bodyPr/>
        <a:lstStyle/>
        <a:p>
          <a:r>
            <a:rPr lang="en-US"/>
            <a:t>Dataset split: 80% train / 20% test</a:t>
          </a:r>
        </a:p>
      </dgm:t>
    </dgm:pt>
    <dgm:pt modelId="{9E3CACD1-1E36-4472-BB64-C99C895D7210}" type="parTrans" cxnId="{FAE5AF00-A438-4490-B1B0-92ABBED21C08}">
      <dgm:prSet/>
      <dgm:spPr/>
      <dgm:t>
        <a:bodyPr/>
        <a:lstStyle/>
        <a:p>
          <a:endParaRPr lang="en-US"/>
        </a:p>
      </dgm:t>
    </dgm:pt>
    <dgm:pt modelId="{CD3D0F1C-4ACA-4AF3-ACD8-F9A0BA6F0C22}" type="sibTrans" cxnId="{FAE5AF00-A438-4490-B1B0-92ABBED21C08}">
      <dgm:prSet/>
      <dgm:spPr/>
      <dgm:t>
        <a:bodyPr/>
        <a:lstStyle/>
        <a:p>
          <a:endParaRPr lang="en-US"/>
        </a:p>
      </dgm:t>
    </dgm:pt>
    <dgm:pt modelId="{F9168EE8-6351-4EAF-A2C4-9469C47B7D41}">
      <dgm:prSet/>
      <dgm:spPr/>
      <dgm:t>
        <a:bodyPr/>
        <a:lstStyle/>
        <a:p>
          <a:r>
            <a:rPr lang="en-US"/>
            <a:t>StandardScaler used to normalize features</a:t>
          </a:r>
        </a:p>
      </dgm:t>
    </dgm:pt>
    <dgm:pt modelId="{A91537AD-3BB5-4542-BAA3-70F621BD06C4}" type="parTrans" cxnId="{23979769-8093-4DF2-A69F-80B729D89E7C}">
      <dgm:prSet/>
      <dgm:spPr/>
      <dgm:t>
        <a:bodyPr/>
        <a:lstStyle/>
        <a:p>
          <a:endParaRPr lang="en-US"/>
        </a:p>
      </dgm:t>
    </dgm:pt>
    <dgm:pt modelId="{F3372672-E233-452D-982D-A25E558D7074}" type="sibTrans" cxnId="{23979769-8093-4DF2-A69F-80B729D89E7C}">
      <dgm:prSet/>
      <dgm:spPr/>
      <dgm:t>
        <a:bodyPr/>
        <a:lstStyle/>
        <a:p>
          <a:endParaRPr lang="en-US"/>
        </a:p>
      </dgm:t>
    </dgm:pt>
    <dgm:pt modelId="{041ED58D-7CE2-4DEF-9E97-36909C16B122}">
      <dgm:prSet/>
      <dgm:spPr/>
      <dgm:t>
        <a:bodyPr/>
        <a:lstStyle/>
        <a:p>
          <a:r>
            <a:rPr lang="en-US"/>
            <a:t>Random Forest: 100 trees</a:t>
          </a:r>
        </a:p>
      </dgm:t>
    </dgm:pt>
    <dgm:pt modelId="{9C2F57C7-CD0F-41F7-923D-E29053074FC7}" type="parTrans" cxnId="{F8BEFAC5-F6A1-4AF4-B1B9-1E95E66E53DD}">
      <dgm:prSet/>
      <dgm:spPr/>
      <dgm:t>
        <a:bodyPr/>
        <a:lstStyle/>
        <a:p>
          <a:endParaRPr lang="en-US"/>
        </a:p>
      </dgm:t>
    </dgm:pt>
    <dgm:pt modelId="{6DE57D71-89DC-4F77-8933-0E9E5E385BC7}" type="sibTrans" cxnId="{F8BEFAC5-F6A1-4AF4-B1B9-1E95E66E53DD}">
      <dgm:prSet/>
      <dgm:spPr/>
      <dgm:t>
        <a:bodyPr/>
        <a:lstStyle/>
        <a:p>
          <a:endParaRPr lang="en-US"/>
        </a:p>
      </dgm:t>
    </dgm:pt>
    <dgm:pt modelId="{AC2D5C8B-CB9B-4057-9E30-D10296E34E5F}">
      <dgm:prSet/>
      <dgm:spPr/>
      <dgm:t>
        <a:bodyPr/>
        <a:lstStyle/>
        <a:p>
          <a:r>
            <a:rPr lang="en-US"/>
            <a:t>MLP: 2 hidden layers (30, 15 neurons), ReLU activation</a:t>
          </a:r>
        </a:p>
      </dgm:t>
    </dgm:pt>
    <dgm:pt modelId="{6BF6BAA4-7FDD-40D4-80DF-625A494CBE18}" type="parTrans" cxnId="{18DE3BB1-1830-4587-82C4-B0E26770CF4D}">
      <dgm:prSet/>
      <dgm:spPr/>
      <dgm:t>
        <a:bodyPr/>
        <a:lstStyle/>
        <a:p>
          <a:endParaRPr lang="en-US"/>
        </a:p>
      </dgm:t>
    </dgm:pt>
    <dgm:pt modelId="{10C7DB2E-9921-414C-8DDC-D593BC1C478D}" type="sibTrans" cxnId="{18DE3BB1-1830-4587-82C4-B0E26770CF4D}">
      <dgm:prSet/>
      <dgm:spPr/>
      <dgm:t>
        <a:bodyPr/>
        <a:lstStyle/>
        <a:p>
          <a:endParaRPr lang="en-US"/>
        </a:p>
      </dgm:t>
    </dgm:pt>
    <dgm:pt modelId="{87E91CDF-69B5-453E-B977-150109EDF892}">
      <dgm:prSet/>
      <dgm:spPr/>
      <dgm:t>
        <a:bodyPr/>
        <a:lstStyle/>
        <a:p>
          <a:r>
            <a:rPr lang="en-US"/>
            <a:t>Normalization matters for neural networks because each neuron is weighted</a:t>
          </a:r>
        </a:p>
      </dgm:t>
    </dgm:pt>
    <dgm:pt modelId="{4B2AB343-62BA-47C8-9166-C59A613D7BA1}" type="parTrans" cxnId="{EE8AFD83-2F48-473F-843A-3E9E50F0C882}">
      <dgm:prSet/>
      <dgm:spPr/>
      <dgm:t>
        <a:bodyPr/>
        <a:lstStyle/>
        <a:p>
          <a:endParaRPr lang="en-US"/>
        </a:p>
      </dgm:t>
    </dgm:pt>
    <dgm:pt modelId="{47564280-EC52-45E9-AD11-11D04866333F}" type="sibTrans" cxnId="{EE8AFD83-2F48-473F-843A-3E9E50F0C882}">
      <dgm:prSet/>
      <dgm:spPr/>
      <dgm:t>
        <a:bodyPr/>
        <a:lstStyle/>
        <a:p>
          <a:endParaRPr lang="en-US"/>
        </a:p>
      </dgm:t>
    </dgm:pt>
    <dgm:pt modelId="{3275BD82-924F-4E37-87EC-3465C12BF0AB}">
      <dgm:prSet/>
      <dgm:spPr/>
      <dgm:t>
        <a:bodyPr/>
        <a:lstStyle/>
        <a:p>
          <a:r>
            <a:rPr lang="en-US"/>
            <a:t>RF doesn’t need feature scaling, another real-world advantage</a:t>
          </a:r>
        </a:p>
      </dgm:t>
    </dgm:pt>
    <dgm:pt modelId="{0289CA40-68DB-4D74-B3BA-411917B32C26}" type="parTrans" cxnId="{A60AFB4E-5398-4DA1-BB37-AC11EF628C94}">
      <dgm:prSet/>
      <dgm:spPr/>
      <dgm:t>
        <a:bodyPr/>
        <a:lstStyle/>
        <a:p>
          <a:endParaRPr lang="en-US"/>
        </a:p>
      </dgm:t>
    </dgm:pt>
    <dgm:pt modelId="{BE49E27A-0203-46DC-999E-E67445A59A83}" type="sibTrans" cxnId="{A60AFB4E-5398-4DA1-BB37-AC11EF628C94}">
      <dgm:prSet/>
      <dgm:spPr/>
      <dgm:t>
        <a:bodyPr/>
        <a:lstStyle/>
        <a:p>
          <a:endParaRPr lang="en-US"/>
        </a:p>
      </dgm:t>
    </dgm:pt>
    <dgm:pt modelId="{9A857B81-3F71-4717-92EB-7F85B7359A02}" type="pres">
      <dgm:prSet presAssocID="{2C8AA8B7-4EAA-4740-8D8C-2BBE332D15CC}" presName="linear" presStyleCnt="0">
        <dgm:presLayoutVars>
          <dgm:animLvl val="lvl"/>
          <dgm:resizeHandles val="exact"/>
        </dgm:presLayoutVars>
      </dgm:prSet>
      <dgm:spPr/>
    </dgm:pt>
    <dgm:pt modelId="{72BE066A-ABC8-4F2E-8D1F-B3E9AA53E0C3}" type="pres">
      <dgm:prSet presAssocID="{B02EAA1B-108C-4478-898F-1B06AEE58F3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137FE03-0F44-4ECC-9507-611A17ED1CA6}" type="pres">
      <dgm:prSet presAssocID="{CD3D0F1C-4ACA-4AF3-ACD8-F9A0BA6F0C22}" presName="spacer" presStyleCnt="0"/>
      <dgm:spPr/>
    </dgm:pt>
    <dgm:pt modelId="{BE62BEB0-7A33-4FFA-B13B-6C7258647894}" type="pres">
      <dgm:prSet presAssocID="{F9168EE8-6351-4EAF-A2C4-9469C47B7D4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CE1301F-7928-4B14-995C-7F8C5C12FC7A}" type="pres">
      <dgm:prSet presAssocID="{F3372672-E233-452D-982D-A25E558D7074}" presName="spacer" presStyleCnt="0"/>
      <dgm:spPr/>
    </dgm:pt>
    <dgm:pt modelId="{D6C1CD47-171B-4191-A0BC-35ADB5E54F9A}" type="pres">
      <dgm:prSet presAssocID="{041ED58D-7CE2-4DEF-9E97-36909C16B12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E179F7D-BCF0-4FAD-AE48-298D434E0C65}" type="pres">
      <dgm:prSet presAssocID="{6DE57D71-89DC-4F77-8933-0E9E5E385BC7}" presName="spacer" presStyleCnt="0"/>
      <dgm:spPr/>
    </dgm:pt>
    <dgm:pt modelId="{B9C77C83-206F-4DFA-9899-0150372569F3}" type="pres">
      <dgm:prSet presAssocID="{AC2D5C8B-CB9B-4057-9E30-D10296E34E5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AE71D8A-2B8C-4647-84D1-CDCD4D023220}" type="pres">
      <dgm:prSet presAssocID="{10C7DB2E-9921-414C-8DDC-D593BC1C478D}" presName="spacer" presStyleCnt="0"/>
      <dgm:spPr/>
    </dgm:pt>
    <dgm:pt modelId="{567A1D31-952F-4F41-A90B-200994F56369}" type="pres">
      <dgm:prSet presAssocID="{87E91CDF-69B5-453E-B977-150109EDF89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717FC7A-C11E-47C9-8FBD-9196AEDB2945}" type="pres">
      <dgm:prSet presAssocID="{47564280-EC52-45E9-AD11-11D04866333F}" presName="spacer" presStyleCnt="0"/>
      <dgm:spPr/>
    </dgm:pt>
    <dgm:pt modelId="{BD9C024D-3242-46F2-98D8-9D3D2C420900}" type="pres">
      <dgm:prSet presAssocID="{3275BD82-924F-4E37-87EC-3465C12BF0A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AE5AF00-A438-4490-B1B0-92ABBED21C08}" srcId="{2C8AA8B7-4EAA-4740-8D8C-2BBE332D15CC}" destId="{B02EAA1B-108C-4478-898F-1B06AEE58F3B}" srcOrd="0" destOrd="0" parTransId="{9E3CACD1-1E36-4472-BB64-C99C895D7210}" sibTransId="{CD3D0F1C-4ACA-4AF3-ACD8-F9A0BA6F0C22}"/>
    <dgm:cxn modelId="{7E51A42D-34B4-4AD4-9D9D-AEE64E91AFD1}" type="presOf" srcId="{B02EAA1B-108C-4478-898F-1B06AEE58F3B}" destId="{72BE066A-ABC8-4F2E-8D1F-B3E9AA53E0C3}" srcOrd="0" destOrd="0" presId="urn:microsoft.com/office/officeart/2005/8/layout/vList2"/>
    <dgm:cxn modelId="{1FE3235C-F4A4-454D-AB08-A46116A0BA49}" type="presOf" srcId="{F9168EE8-6351-4EAF-A2C4-9469C47B7D41}" destId="{BE62BEB0-7A33-4FFA-B13B-6C7258647894}" srcOrd="0" destOrd="0" presId="urn:microsoft.com/office/officeart/2005/8/layout/vList2"/>
    <dgm:cxn modelId="{23979769-8093-4DF2-A69F-80B729D89E7C}" srcId="{2C8AA8B7-4EAA-4740-8D8C-2BBE332D15CC}" destId="{F9168EE8-6351-4EAF-A2C4-9469C47B7D41}" srcOrd="1" destOrd="0" parTransId="{A91537AD-3BB5-4542-BAA3-70F621BD06C4}" sibTransId="{F3372672-E233-452D-982D-A25E558D7074}"/>
    <dgm:cxn modelId="{A60AFB4E-5398-4DA1-BB37-AC11EF628C94}" srcId="{2C8AA8B7-4EAA-4740-8D8C-2BBE332D15CC}" destId="{3275BD82-924F-4E37-87EC-3465C12BF0AB}" srcOrd="5" destOrd="0" parTransId="{0289CA40-68DB-4D74-B3BA-411917B32C26}" sibTransId="{BE49E27A-0203-46DC-999E-E67445A59A83}"/>
    <dgm:cxn modelId="{5DF1C474-5AE5-49D7-996C-FA6ACA2D9432}" type="presOf" srcId="{3275BD82-924F-4E37-87EC-3465C12BF0AB}" destId="{BD9C024D-3242-46F2-98D8-9D3D2C420900}" srcOrd="0" destOrd="0" presId="urn:microsoft.com/office/officeart/2005/8/layout/vList2"/>
    <dgm:cxn modelId="{0551127F-B32D-44A2-B848-F2F4F1693ECC}" type="presOf" srcId="{87E91CDF-69B5-453E-B977-150109EDF892}" destId="{567A1D31-952F-4F41-A90B-200994F56369}" srcOrd="0" destOrd="0" presId="urn:microsoft.com/office/officeart/2005/8/layout/vList2"/>
    <dgm:cxn modelId="{EE8AFD83-2F48-473F-843A-3E9E50F0C882}" srcId="{2C8AA8B7-4EAA-4740-8D8C-2BBE332D15CC}" destId="{87E91CDF-69B5-453E-B977-150109EDF892}" srcOrd="4" destOrd="0" parTransId="{4B2AB343-62BA-47C8-9166-C59A613D7BA1}" sibTransId="{47564280-EC52-45E9-AD11-11D04866333F}"/>
    <dgm:cxn modelId="{18DE3BB1-1830-4587-82C4-B0E26770CF4D}" srcId="{2C8AA8B7-4EAA-4740-8D8C-2BBE332D15CC}" destId="{AC2D5C8B-CB9B-4057-9E30-D10296E34E5F}" srcOrd="3" destOrd="0" parTransId="{6BF6BAA4-7FDD-40D4-80DF-625A494CBE18}" sibTransId="{10C7DB2E-9921-414C-8DDC-D593BC1C478D}"/>
    <dgm:cxn modelId="{F8BEFAC5-F6A1-4AF4-B1B9-1E95E66E53DD}" srcId="{2C8AA8B7-4EAA-4740-8D8C-2BBE332D15CC}" destId="{041ED58D-7CE2-4DEF-9E97-36909C16B122}" srcOrd="2" destOrd="0" parTransId="{9C2F57C7-CD0F-41F7-923D-E29053074FC7}" sibTransId="{6DE57D71-89DC-4F77-8933-0E9E5E385BC7}"/>
    <dgm:cxn modelId="{8495CAC7-0101-40AA-BE7F-8080D46662EA}" type="presOf" srcId="{2C8AA8B7-4EAA-4740-8D8C-2BBE332D15CC}" destId="{9A857B81-3F71-4717-92EB-7F85B7359A02}" srcOrd="0" destOrd="0" presId="urn:microsoft.com/office/officeart/2005/8/layout/vList2"/>
    <dgm:cxn modelId="{27A664D6-EE99-4CAB-B7E0-A96DB933C899}" type="presOf" srcId="{AC2D5C8B-CB9B-4057-9E30-D10296E34E5F}" destId="{B9C77C83-206F-4DFA-9899-0150372569F3}" srcOrd="0" destOrd="0" presId="urn:microsoft.com/office/officeart/2005/8/layout/vList2"/>
    <dgm:cxn modelId="{3914B7FE-E6DC-470F-B3A2-404CA076C4DC}" type="presOf" srcId="{041ED58D-7CE2-4DEF-9E97-36909C16B122}" destId="{D6C1CD47-171B-4191-A0BC-35ADB5E54F9A}" srcOrd="0" destOrd="0" presId="urn:microsoft.com/office/officeart/2005/8/layout/vList2"/>
    <dgm:cxn modelId="{73FAE1AA-F888-40A2-9E0F-B2B77E81B227}" type="presParOf" srcId="{9A857B81-3F71-4717-92EB-7F85B7359A02}" destId="{72BE066A-ABC8-4F2E-8D1F-B3E9AA53E0C3}" srcOrd="0" destOrd="0" presId="urn:microsoft.com/office/officeart/2005/8/layout/vList2"/>
    <dgm:cxn modelId="{FA24D505-17D4-4948-A31E-D47C32E60142}" type="presParOf" srcId="{9A857B81-3F71-4717-92EB-7F85B7359A02}" destId="{7137FE03-0F44-4ECC-9507-611A17ED1CA6}" srcOrd="1" destOrd="0" presId="urn:microsoft.com/office/officeart/2005/8/layout/vList2"/>
    <dgm:cxn modelId="{C7AFD003-4B1F-4C4C-B98E-14509CF6627E}" type="presParOf" srcId="{9A857B81-3F71-4717-92EB-7F85B7359A02}" destId="{BE62BEB0-7A33-4FFA-B13B-6C7258647894}" srcOrd="2" destOrd="0" presId="urn:microsoft.com/office/officeart/2005/8/layout/vList2"/>
    <dgm:cxn modelId="{F9B575AA-7EA5-4ADD-ADD6-2408132656C9}" type="presParOf" srcId="{9A857B81-3F71-4717-92EB-7F85B7359A02}" destId="{ACE1301F-7928-4B14-995C-7F8C5C12FC7A}" srcOrd="3" destOrd="0" presId="urn:microsoft.com/office/officeart/2005/8/layout/vList2"/>
    <dgm:cxn modelId="{B54936B0-7B06-43D8-B3EA-187104DF0B4A}" type="presParOf" srcId="{9A857B81-3F71-4717-92EB-7F85B7359A02}" destId="{D6C1CD47-171B-4191-A0BC-35ADB5E54F9A}" srcOrd="4" destOrd="0" presId="urn:microsoft.com/office/officeart/2005/8/layout/vList2"/>
    <dgm:cxn modelId="{C5068CB6-4F75-4BEE-96A3-201AD4AD92BB}" type="presParOf" srcId="{9A857B81-3F71-4717-92EB-7F85B7359A02}" destId="{2E179F7D-BCF0-4FAD-AE48-298D434E0C65}" srcOrd="5" destOrd="0" presId="urn:microsoft.com/office/officeart/2005/8/layout/vList2"/>
    <dgm:cxn modelId="{8921BE9C-324E-4549-89DE-4C594EBBA01B}" type="presParOf" srcId="{9A857B81-3F71-4717-92EB-7F85B7359A02}" destId="{B9C77C83-206F-4DFA-9899-0150372569F3}" srcOrd="6" destOrd="0" presId="urn:microsoft.com/office/officeart/2005/8/layout/vList2"/>
    <dgm:cxn modelId="{DF3DEB7F-B621-456B-8A56-050EE62EDE8A}" type="presParOf" srcId="{9A857B81-3F71-4717-92EB-7F85B7359A02}" destId="{1AE71D8A-2B8C-4647-84D1-CDCD4D023220}" srcOrd="7" destOrd="0" presId="urn:microsoft.com/office/officeart/2005/8/layout/vList2"/>
    <dgm:cxn modelId="{17BF16F2-F250-4366-8185-3FDA54ADDED6}" type="presParOf" srcId="{9A857B81-3F71-4717-92EB-7F85B7359A02}" destId="{567A1D31-952F-4F41-A90B-200994F56369}" srcOrd="8" destOrd="0" presId="urn:microsoft.com/office/officeart/2005/8/layout/vList2"/>
    <dgm:cxn modelId="{235E18E0-F709-4EF1-80F9-3D91CF2AF5F7}" type="presParOf" srcId="{9A857B81-3F71-4717-92EB-7F85B7359A02}" destId="{8717FC7A-C11E-47C9-8FBD-9196AEDB2945}" srcOrd="9" destOrd="0" presId="urn:microsoft.com/office/officeart/2005/8/layout/vList2"/>
    <dgm:cxn modelId="{BA582E52-BD8B-437B-9B94-4ECDCF9165E5}" type="presParOf" srcId="{9A857B81-3F71-4717-92EB-7F85B7359A02}" destId="{BD9C024D-3242-46F2-98D8-9D3D2C42090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C626A6-63F9-4359-AE12-4D8D046EB8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1C30A8-E280-40AF-ACD1-63C300204724}">
      <dgm:prSet/>
      <dgm:spPr/>
      <dgm:t>
        <a:bodyPr/>
        <a:lstStyle/>
        <a:p>
          <a:r>
            <a:rPr lang="en-US"/>
            <a:t>Both models perform well on breast cancer prediction</a:t>
          </a:r>
        </a:p>
      </dgm:t>
    </dgm:pt>
    <dgm:pt modelId="{DF6D3DFF-92D0-4E2F-B069-4373C0580CE1}" type="parTrans" cxnId="{010EBFCA-BDF7-4D00-A326-0B2065BBD4D7}">
      <dgm:prSet/>
      <dgm:spPr/>
      <dgm:t>
        <a:bodyPr/>
        <a:lstStyle/>
        <a:p>
          <a:endParaRPr lang="en-US"/>
        </a:p>
      </dgm:t>
    </dgm:pt>
    <dgm:pt modelId="{3DBA207E-399F-4D33-B8DC-E44727942953}" type="sibTrans" cxnId="{010EBFCA-BDF7-4D00-A326-0B2065BBD4D7}">
      <dgm:prSet/>
      <dgm:spPr/>
      <dgm:t>
        <a:bodyPr/>
        <a:lstStyle/>
        <a:p>
          <a:endParaRPr lang="en-US"/>
        </a:p>
      </dgm:t>
    </dgm:pt>
    <dgm:pt modelId="{F3A5B997-85D5-4870-8118-65D0DB1167F3}">
      <dgm:prSet/>
      <dgm:spPr/>
      <dgm:t>
        <a:bodyPr/>
        <a:lstStyle/>
        <a:p>
          <a:r>
            <a:rPr lang="en-US"/>
            <a:t>Random Forest is faster, more interpretable, and slightly more accurate</a:t>
          </a:r>
        </a:p>
      </dgm:t>
    </dgm:pt>
    <dgm:pt modelId="{3C751B29-B4CE-44EA-8980-7BEB030CCE35}" type="parTrans" cxnId="{D45762EE-DAC4-482E-B742-C34BDF9210B4}">
      <dgm:prSet/>
      <dgm:spPr/>
      <dgm:t>
        <a:bodyPr/>
        <a:lstStyle/>
        <a:p>
          <a:endParaRPr lang="en-US"/>
        </a:p>
      </dgm:t>
    </dgm:pt>
    <dgm:pt modelId="{67D27A14-BAE5-4691-9EAC-43D4FBF56137}" type="sibTrans" cxnId="{D45762EE-DAC4-482E-B742-C34BDF9210B4}">
      <dgm:prSet/>
      <dgm:spPr/>
      <dgm:t>
        <a:bodyPr/>
        <a:lstStyle/>
        <a:p>
          <a:endParaRPr lang="en-US"/>
        </a:p>
      </dgm:t>
    </dgm:pt>
    <dgm:pt modelId="{CD986426-1F6C-4213-B331-07D3D7C0619A}">
      <dgm:prSet/>
      <dgm:spPr/>
      <dgm:t>
        <a:bodyPr/>
        <a:lstStyle/>
        <a:p>
          <a:r>
            <a:rPr lang="en-US"/>
            <a:t>MLP is flexible, but more sensitive and complex</a:t>
          </a:r>
        </a:p>
      </dgm:t>
    </dgm:pt>
    <dgm:pt modelId="{2DF403CF-39A4-4D7F-B627-0E623D59D8FE}" type="parTrans" cxnId="{2BB765C9-9462-4263-9912-7FD1D92CE4FC}">
      <dgm:prSet/>
      <dgm:spPr/>
      <dgm:t>
        <a:bodyPr/>
        <a:lstStyle/>
        <a:p>
          <a:endParaRPr lang="en-US"/>
        </a:p>
      </dgm:t>
    </dgm:pt>
    <dgm:pt modelId="{40244A26-B22A-4BC7-A5A1-D4903D884BEF}" type="sibTrans" cxnId="{2BB765C9-9462-4263-9912-7FD1D92CE4FC}">
      <dgm:prSet/>
      <dgm:spPr/>
      <dgm:t>
        <a:bodyPr/>
        <a:lstStyle/>
        <a:p>
          <a:endParaRPr lang="en-US"/>
        </a:p>
      </dgm:t>
    </dgm:pt>
    <dgm:pt modelId="{4B60A8CA-1E8C-4FA0-BA0A-A51039DD52CD}">
      <dgm:prSet/>
      <dgm:spPr/>
      <dgm:t>
        <a:bodyPr/>
        <a:lstStyle/>
        <a:p>
          <a:r>
            <a:rPr lang="en-US"/>
            <a:t>For medical diagnosis, evolutionary-inspired RF may be the better choice</a:t>
          </a:r>
        </a:p>
      </dgm:t>
    </dgm:pt>
    <dgm:pt modelId="{07C0A10E-64FE-4D69-93DF-AE45FA5AD50B}" type="parTrans" cxnId="{925B6398-7B87-4C39-AC65-9212811F6DC4}">
      <dgm:prSet/>
      <dgm:spPr/>
      <dgm:t>
        <a:bodyPr/>
        <a:lstStyle/>
        <a:p>
          <a:endParaRPr lang="en-US"/>
        </a:p>
      </dgm:t>
    </dgm:pt>
    <dgm:pt modelId="{F890F8EF-B370-40E9-A2F3-02E9A4CCD55E}" type="sibTrans" cxnId="{925B6398-7B87-4C39-AC65-9212811F6DC4}">
      <dgm:prSet/>
      <dgm:spPr/>
      <dgm:t>
        <a:bodyPr/>
        <a:lstStyle/>
        <a:p>
          <a:endParaRPr lang="en-US"/>
        </a:p>
      </dgm:t>
    </dgm:pt>
    <dgm:pt modelId="{570D5EBB-83BE-4BA7-AEF4-78305C0998C2}">
      <dgm:prSet/>
      <dgm:spPr/>
      <dgm:t>
        <a:bodyPr/>
        <a:lstStyle/>
        <a:p>
          <a:r>
            <a:rPr lang="en-US"/>
            <a:t>Which model is better for real-world, high-stakes decisions?</a:t>
          </a:r>
        </a:p>
      </dgm:t>
    </dgm:pt>
    <dgm:pt modelId="{32BDAB90-D2A1-4A7A-9EEB-EBA773E41114}" type="parTrans" cxnId="{CADA574B-3898-41C9-9DF7-9315FCD4F4F5}">
      <dgm:prSet/>
      <dgm:spPr/>
      <dgm:t>
        <a:bodyPr/>
        <a:lstStyle/>
        <a:p>
          <a:endParaRPr lang="en-US"/>
        </a:p>
      </dgm:t>
    </dgm:pt>
    <dgm:pt modelId="{4CCE39C4-BEDE-4148-BE94-6BC7A4787083}" type="sibTrans" cxnId="{CADA574B-3898-41C9-9DF7-9315FCD4F4F5}">
      <dgm:prSet/>
      <dgm:spPr/>
      <dgm:t>
        <a:bodyPr/>
        <a:lstStyle/>
        <a:p>
          <a:endParaRPr lang="en-US"/>
        </a:p>
      </dgm:t>
    </dgm:pt>
    <dgm:pt modelId="{A3897269-9367-4189-BCBE-E85024901131}" type="pres">
      <dgm:prSet presAssocID="{FFC626A6-63F9-4359-AE12-4D8D046EB844}" presName="linear" presStyleCnt="0">
        <dgm:presLayoutVars>
          <dgm:animLvl val="lvl"/>
          <dgm:resizeHandles val="exact"/>
        </dgm:presLayoutVars>
      </dgm:prSet>
      <dgm:spPr/>
    </dgm:pt>
    <dgm:pt modelId="{80A2C56F-2ABB-4B69-91EC-748868A37995}" type="pres">
      <dgm:prSet presAssocID="{A21C30A8-E280-40AF-ACD1-63C30020472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0FD0C39-3E2A-4B9B-845B-F56CDC26F787}" type="pres">
      <dgm:prSet presAssocID="{3DBA207E-399F-4D33-B8DC-E44727942953}" presName="spacer" presStyleCnt="0"/>
      <dgm:spPr/>
    </dgm:pt>
    <dgm:pt modelId="{490BE24A-1A0F-45C8-AB15-673EC83EF65B}" type="pres">
      <dgm:prSet presAssocID="{F3A5B997-85D5-4870-8118-65D0DB1167F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4DD8BA9-E087-4639-B76A-CAFF178A2D57}" type="pres">
      <dgm:prSet presAssocID="{67D27A14-BAE5-4691-9EAC-43D4FBF56137}" presName="spacer" presStyleCnt="0"/>
      <dgm:spPr/>
    </dgm:pt>
    <dgm:pt modelId="{176A8A81-1EA1-4572-8A05-925C7EEA588E}" type="pres">
      <dgm:prSet presAssocID="{CD986426-1F6C-4213-B331-07D3D7C0619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19EAF64-43B9-4C6A-A627-57555E85A244}" type="pres">
      <dgm:prSet presAssocID="{40244A26-B22A-4BC7-A5A1-D4903D884BEF}" presName="spacer" presStyleCnt="0"/>
      <dgm:spPr/>
    </dgm:pt>
    <dgm:pt modelId="{D72EE766-75F0-4CAD-BE09-EDE355F92C43}" type="pres">
      <dgm:prSet presAssocID="{4B60A8CA-1E8C-4FA0-BA0A-A51039DD52C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8A9943F-A5DA-4A24-9FC4-50ABAB82DB2F}" type="pres">
      <dgm:prSet presAssocID="{F890F8EF-B370-40E9-A2F3-02E9A4CCD55E}" presName="spacer" presStyleCnt="0"/>
      <dgm:spPr/>
    </dgm:pt>
    <dgm:pt modelId="{89C0C169-B3F7-45B0-BF2D-F0F9F33E58EC}" type="pres">
      <dgm:prSet presAssocID="{570D5EBB-83BE-4BA7-AEF4-78305C0998C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D251226-5A78-4752-8D90-439D235734D2}" type="presOf" srcId="{570D5EBB-83BE-4BA7-AEF4-78305C0998C2}" destId="{89C0C169-B3F7-45B0-BF2D-F0F9F33E58EC}" srcOrd="0" destOrd="0" presId="urn:microsoft.com/office/officeart/2005/8/layout/vList2"/>
    <dgm:cxn modelId="{0D399139-3283-429E-A562-5951C75D122A}" type="presOf" srcId="{A21C30A8-E280-40AF-ACD1-63C300204724}" destId="{80A2C56F-2ABB-4B69-91EC-748868A37995}" srcOrd="0" destOrd="0" presId="urn:microsoft.com/office/officeart/2005/8/layout/vList2"/>
    <dgm:cxn modelId="{072D673F-D788-4673-9144-FF8DA10D5962}" type="presOf" srcId="{4B60A8CA-1E8C-4FA0-BA0A-A51039DD52CD}" destId="{D72EE766-75F0-4CAD-BE09-EDE355F92C43}" srcOrd="0" destOrd="0" presId="urn:microsoft.com/office/officeart/2005/8/layout/vList2"/>
    <dgm:cxn modelId="{5DCFBC5C-34E9-4DB0-BE62-4F2B37F2623F}" type="presOf" srcId="{CD986426-1F6C-4213-B331-07D3D7C0619A}" destId="{176A8A81-1EA1-4572-8A05-925C7EEA588E}" srcOrd="0" destOrd="0" presId="urn:microsoft.com/office/officeart/2005/8/layout/vList2"/>
    <dgm:cxn modelId="{CADA574B-3898-41C9-9DF7-9315FCD4F4F5}" srcId="{FFC626A6-63F9-4359-AE12-4D8D046EB844}" destId="{570D5EBB-83BE-4BA7-AEF4-78305C0998C2}" srcOrd="4" destOrd="0" parTransId="{32BDAB90-D2A1-4A7A-9EEB-EBA773E41114}" sibTransId="{4CCE39C4-BEDE-4148-BE94-6BC7A4787083}"/>
    <dgm:cxn modelId="{6177E98E-2762-4AD9-AC9A-A7A217A0CA58}" type="presOf" srcId="{F3A5B997-85D5-4870-8118-65D0DB1167F3}" destId="{490BE24A-1A0F-45C8-AB15-673EC83EF65B}" srcOrd="0" destOrd="0" presId="urn:microsoft.com/office/officeart/2005/8/layout/vList2"/>
    <dgm:cxn modelId="{925B6398-7B87-4C39-AC65-9212811F6DC4}" srcId="{FFC626A6-63F9-4359-AE12-4D8D046EB844}" destId="{4B60A8CA-1E8C-4FA0-BA0A-A51039DD52CD}" srcOrd="3" destOrd="0" parTransId="{07C0A10E-64FE-4D69-93DF-AE45FA5AD50B}" sibTransId="{F890F8EF-B370-40E9-A2F3-02E9A4CCD55E}"/>
    <dgm:cxn modelId="{4C934AB4-5F42-47DB-9173-DBD5243654E5}" type="presOf" srcId="{FFC626A6-63F9-4359-AE12-4D8D046EB844}" destId="{A3897269-9367-4189-BCBE-E85024901131}" srcOrd="0" destOrd="0" presId="urn:microsoft.com/office/officeart/2005/8/layout/vList2"/>
    <dgm:cxn modelId="{2BB765C9-9462-4263-9912-7FD1D92CE4FC}" srcId="{FFC626A6-63F9-4359-AE12-4D8D046EB844}" destId="{CD986426-1F6C-4213-B331-07D3D7C0619A}" srcOrd="2" destOrd="0" parTransId="{2DF403CF-39A4-4D7F-B627-0E623D59D8FE}" sibTransId="{40244A26-B22A-4BC7-A5A1-D4903D884BEF}"/>
    <dgm:cxn modelId="{010EBFCA-BDF7-4D00-A326-0B2065BBD4D7}" srcId="{FFC626A6-63F9-4359-AE12-4D8D046EB844}" destId="{A21C30A8-E280-40AF-ACD1-63C300204724}" srcOrd="0" destOrd="0" parTransId="{DF6D3DFF-92D0-4E2F-B069-4373C0580CE1}" sibTransId="{3DBA207E-399F-4D33-B8DC-E44727942953}"/>
    <dgm:cxn modelId="{D45762EE-DAC4-482E-B742-C34BDF9210B4}" srcId="{FFC626A6-63F9-4359-AE12-4D8D046EB844}" destId="{F3A5B997-85D5-4870-8118-65D0DB1167F3}" srcOrd="1" destOrd="0" parTransId="{3C751B29-B4CE-44EA-8980-7BEB030CCE35}" sibTransId="{67D27A14-BAE5-4691-9EAC-43D4FBF56137}"/>
    <dgm:cxn modelId="{837F1A60-F51E-467D-A77B-DE53E1B16AE4}" type="presParOf" srcId="{A3897269-9367-4189-BCBE-E85024901131}" destId="{80A2C56F-2ABB-4B69-91EC-748868A37995}" srcOrd="0" destOrd="0" presId="urn:microsoft.com/office/officeart/2005/8/layout/vList2"/>
    <dgm:cxn modelId="{461C8EB9-9154-42CB-B0AC-531331881F12}" type="presParOf" srcId="{A3897269-9367-4189-BCBE-E85024901131}" destId="{B0FD0C39-3E2A-4B9B-845B-F56CDC26F787}" srcOrd="1" destOrd="0" presId="urn:microsoft.com/office/officeart/2005/8/layout/vList2"/>
    <dgm:cxn modelId="{1BB3EEBD-18AB-432F-A1F7-230B0C93F416}" type="presParOf" srcId="{A3897269-9367-4189-BCBE-E85024901131}" destId="{490BE24A-1A0F-45C8-AB15-673EC83EF65B}" srcOrd="2" destOrd="0" presId="urn:microsoft.com/office/officeart/2005/8/layout/vList2"/>
    <dgm:cxn modelId="{010A6197-873D-46D5-826C-61E945DF8685}" type="presParOf" srcId="{A3897269-9367-4189-BCBE-E85024901131}" destId="{94DD8BA9-E087-4639-B76A-CAFF178A2D57}" srcOrd="3" destOrd="0" presId="urn:microsoft.com/office/officeart/2005/8/layout/vList2"/>
    <dgm:cxn modelId="{9BCA9217-2D44-48BC-A150-C180443F4F85}" type="presParOf" srcId="{A3897269-9367-4189-BCBE-E85024901131}" destId="{176A8A81-1EA1-4572-8A05-925C7EEA588E}" srcOrd="4" destOrd="0" presId="urn:microsoft.com/office/officeart/2005/8/layout/vList2"/>
    <dgm:cxn modelId="{788EC573-D777-4C0C-AB05-322BB018E11C}" type="presParOf" srcId="{A3897269-9367-4189-BCBE-E85024901131}" destId="{C19EAF64-43B9-4C6A-A627-57555E85A244}" srcOrd="5" destOrd="0" presId="urn:microsoft.com/office/officeart/2005/8/layout/vList2"/>
    <dgm:cxn modelId="{E476B559-D13F-465B-A3D8-802A466B71EC}" type="presParOf" srcId="{A3897269-9367-4189-BCBE-E85024901131}" destId="{D72EE766-75F0-4CAD-BE09-EDE355F92C43}" srcOrd="6" destOrd="0" presId="urn:microsoft.com/office/officeart/2005/8/layout/vList2"/>
    <dgm:cxn modelId="{E6D607B8-0405-4A42-B03C-E1C66D39A5D8}" type="presParOf" srcId="{A3897269-9367-4189-BCBE-E85024901131}" destId="{18A9943F-A5DA-4A24-9FC4-50ABAB82DB2F}" srcOrd="7" destOrd="0" presId="urn:microsoft.com/office/officeart/2005/8/layout/vList2"/>
    <dgm:cxn modelId="{1D271CA0-41BE-4569-83DA-0A282AF6CAAD}" type="presParOf" srcId="{A3897269-9367-4189-BCBE-E85024901131}" destId="{89C0C169-B3F7-45B0-BF2D-F0F9F33E58E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4C343-4733-4A1A-92CA-00C17B20E786}">
      <dsp:nvSpPr>
        <dsp:cNvPr id="0" name=""/>
        <dsp:cNvSpPr/>
      </dsp:nvSpPr>
      <dsp:spPr>
        <a:xfrm>
          <a:off x="0" y="358510"/>
          <a:ext cx="2703997" cy="1622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Early detection is key for patient survival</a:t>
          </a:r>
        </a:p>
      </dsp:txBody>
      <dsp:txXfrm>
        <a:off x="0" y="358510"/>
        <a:ext cx="2703997" cy="1622398"/>
      </dsp:txXfrm>
    </dsp:sp>
    <dsp:sp modelId="{4585E3FF-0704-46A3-817E-7FF18FDD4DE4}">
      <dsp:nvSpPr>
        <dsp:cNvPr id="0" name=""/>
        <dsp:cNvSpPr/>
      </dsp:nvSpPr>
      <dsp:spPr>
        <a:xfrm>
          <a:off x="2974397" y="358510"/>
          <a:ext cx="2703997" cy="1622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Diagnostic data from biopsies offers opportunities for ML models</a:t>
          </a:r>
        </a:p>
      </dsp:txBody>
      <dsp:txXfrm>
        <a:off x="2974397" y="358510"/>
        <a:ext cx="2703997" cy="1622398"/>
      </dsp:txXfrm>
    </dsp:sp>
    <dsp:sp modelId="{F43DB361-054B-4B52-92CB-CBAC2BC4FEAE}">
      <dsp:nvSpPr>
        <dsp:cNvPr id="0" name=""/>
        <dsp:cNvSpPr/>
      </dsp:nvSpPr>
      <dsp:spPr>
        <a:xfrm>
          <a:off x="5948795" y="358510"/>
          <a:ext cx="2703997" cy="1622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Dataset used: </a:t>
          </a:r>
          <a:r>
            <a:rPr lang="en-US" sz="2200" i="1" kern="1200"/>
            <a:t>Wisconsin Breast Cancer</a:t>
          </a:r>
          <a:r>
            <a:rPr lang="en-US" sz="2200" kern="1200"/>
            <a:t> (from scikit-learn)</a:t>
          </a:r>
        </a:p>
      </dsp:txBody>
      <dsp:txXfrm>
        <a:off x="5948795" y="358510"/>
        <a:ext cx="2703997" cy="1622398"/>
      </dsp:txXfrm>
    </dsp:sp>
    <dsp:sp modelId="{F7891479-4368-4447-9887-4FDF11F52114}">
      <dsp:nvSpPr>
        <dsp:cNvPr id="0" name=""/>
        <dsp:cNvSpPr/>
      </dsp:nvSpPr>
      <dsp:spPr>
        <a:xfrm>
          <a:off x="0" y="2251308"/>
          <a:ext cx="2703997" cy="1622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30 numeric features extracted from digitized biopsy images</a:t>
          </a:r>
        </a:p>
      </dsp:txBody>
      <dsp:txXfrm>
        <a:off x="0" y="2251308"/>
        <a:ext cx="2703997" cy="1622398"/>
      </dsp:txXfrm>
    </dsp:sp>
    <dsp:sp modelId="{6B164C2A-8034-49A9-A606-1768DA67C3E6}">
      <dsp:nvSpPr>
        <dsp:cNvPr id="0" name=""/>
        <dsp:cNvSpPr/>
      </dsp:nvSpPr>
      <dsp:spPr>
        <a:xfrm>
          <a:off x="2974397" y="2251308"/>
          <a:ext cx="2703997" cy="1622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Using Random Forest and Multi Layer Perceptron Neural Network</a:t>
          </a:r>
        </a:p>
      </dsp:txBody>
      <dsp:txXfrm>
        <a:off x="2974397" y="2251308"/>
        <a:ext cx="2703997" cy="1622398"/>
      </dsp:txXfrm>
    </dsp:sp>
    <dsp:sp modelId="{5163B9DE-57EF-4F70-9B70-C9B73493712A}">
      <dsp:nvSpPr>
        <dsp:cNvPr id="0" name=""/>
        <dsp:cNvSpPr/>
      </dsp:nvSpPr>
      <dsp:spPr>
        <a:xfrm>
          <a:off x="5948795" y="2251308"/>
          <a:ext cx="2703997" cy="1622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Target: Classify as </a:t>
          </a:r>
          <a:r>
            <a:rPr lang="en-US" sz="2200" i="1" kern="1200"/>
            <a:t>malignant</a:t>
          </a:r>
          <a:r>
            <a:rPr lang="en-US" sz="2200" kern="1200"/>
            <a:t> or </a:t>
          </a:r>
          <a:r>
            <a:rPr lang="en-US" sz="2200" i="1" kern="1200"/>
            <a:t>benign</a:t>
          </a:r>
          <a:endParaRPr lang="en-US" sz="2200" kern="1200"/>
        </a:p>
      </dsp:txBody>
      <dsp:txXfrm>
        <a:off x="5948795" y="2251308"/>
        <a:ext cx="2703997" cy="1622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A5C4F-E4BC-40C0-86E2-FFE06608A386}">
      <dsp:nvSpPr>
        <dsp:cNvPr id="0" name=""/>
        <dsp:cNvSpPr/>
      </dsp:nvSpPr>
      <dsp:spPr>
        <a:xfrm>
          <a:off x="0" y="121267"/>
          <a:ext cx="6480075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Builds many decision trees using bootstrapped data</a:t>
          </a:r>
        </a:p>
      </dsp:txBody>
      <dsp:txXfrm>
        <a:off x="32967" y="154234"/>
        <a:ext cx="6414141" cy="609393"/>
      </dsp:txXfrm>
    </dsp:sp>
    <dsp:sp modelId="{83253EBE-56EE-4533-8CB9-A4E5D23EE885}">
      <dsp:nvSpPr>
        <dsp:cNvPr id="0" name=""/>
        <dsp:cNvSpPr/>
      </dsp:nvSpPr>
      <dsp:spPr>
        <a:xfrm>
          <a:off x="0" y="845555"/>
          <a:ext cx="6480075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tree “votes” → final prediction by majority</a:t>
          </a:r>
        </a:p>
      </dsp:txBody>
      <dsp:txXfrm>
        <a:off x="32967" y="878522"/>
        <a:ext cx="6414141" cy="609393"/>
      </dsp:txXfrm>
    </dsp:sp>
    <dsp:sp modelId="{50C8ED46-31F1-4D57-B89D-DCD3D02EFF8C}">
      <dsp:nvSpPr>
        <dsp:cNvPr id="0" name=""/>
        <dsp:cNvSpPr/>
      </dsp:nvSpPr>
      <dsp:spPr>
        <a:xfrm>
          <a:off x="0" y="1569842"/>
          <a:ext cx="6480075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Mimics natural selection via variation and competition</a:t>
          </a:r>
        </a:p>
      </dsp:txBody>
      <dsp:txXfrm>
        <a:off x="32967" y="1602809"/>
        <a:ext cx="6414141" cy="609393"/>
      </dsp:txXfrm>
    </dsp:sp>
    <dsp:sp modelId="{35B9620A-4C2B-47E5-9863-568D6D4A435B}">
      <dsp:nvSpPr>
        <dsp:cNvPr id="0" name=""/>
        <dsp:cNvSpPr/>
      </dsp:nvSpPr>
      <dsp:spPr>
        <a:xfrm>
          <a:off x="0" y="2294130"/>
          <a:ext cx="6480075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Handles overfitting better than a single tree</a:t>
          </a:r>
        </a:p>
      </dsp:txBody>
      <dsp:txXfrm>
        <a:off x="32967" y="2327097"/>
        <a:ext cx="6414141" cy="609393"/>
      </dsp:txXfrm>
    </dsp:sp>
    <dsp:sp modelId="{80627C63-9F98-4BE6-985D-BF68FF42E653}">
      <dsp:nvSpPr>
        <dsp:cNvPr id="0" name=""/>
        <dsp:cNvSpPr/>
      </dsp:nvSpPr>
      <dsp:spPr>
        <a:xfrm>
          <a:off x="0" y="3018418"/>
          <a:ext cx="6480075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Emphasize how RF resembles evolutionary algorithms: random variation, survival of the fittest trees, aggregation</a:t>
          </a:r>
        </a:p>
      </dsp:txBody>
      <dsp:txXfrm>
        <a:off x="32967" y="3051385"/>
        <a:ext cx="6414141" cy="609393"/>
      </dsp:txXfrm>
    </dsp:sp>
    <dsp:sp modelId="{CFFC95BD-DE7C-496D-A53B-0FDE4B70FE1E}">
      <dsp:nvSpPr>
        <dsp:cNvPr id="0" name=""/>
        <dsp:cNvSpPr/>
      </dsp:nvSpPr>
      <dsp:spPr>
        <a:xfrm>
          <a:off x="0" y="3742705"/>
          <a:ext cx="6480075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Explain decision trees are like rule-based “if-else” logic machines</a:t>
          </a:r>
        </a:p>
      </dsp:txBody>
      <dsp:txXfrm>
        <a:off x="32967" y="3775672"/>
        <a:ext cx="6414141" cy="609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3010B-5A13-4C57-B169-A4CBB56E6D7A}">
      <dsp:nvSpPr>
        <dsp:cNvPr id="0" name=""/>
        <dsp:cNvSpPr/>
      </dsp:nvSpPr>
      <dsp:spPr>
        <a:xfrm>
          <a:off x="0" y="15353"/>
          <a:ext cx="6114543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Layers of neurons: input → hidden → output</a:t>
          </a:r>
        </a:p>
      </dsp:txBody>
      <dsp:txXfrm>
        <a:off x="36845" y="52198"/>
        <a:ext cx="6040853" cy="681087"/>
      </dsp:txXfrm>
    </dsp:sp>
    <dsp:sp modelId="{F32318B6-777D-4152-8866-6A33FCC51623}">
      <dsp:nvSpPr>
        <dsp:cNvPr id="0" name=""/>
        <dsp:cNvSpPr/>
      </dsp:nvSpPr>
      <dsp:spPr>
        <a:xfrm>
          <a:off x="0" y="824851"/>
          <a:ext cx="6114543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connection has weights, updated via backpropagation</a:t>
          </a:r>
        </a:p>
      </dsp:txBody>
      <dsp:txXfrm>
        <a:off x="36845" y="861696"/>
        <a:ext cx="6040853" cy="681087"/>
      </dsp:txXfrm>
    </dsp:sp>
    <dsp:sp modelId="{9D4C337E-BDB8-46C6-9EEB-021F0537EBBB}">
      <dsp:nvSpPr>
        <dsp:cNvPr id="0" name=""/>
        <dsp:cNvSpPr/>
      </dsp:nvSpPr>
      <dsp:spPr>
        <a:xfrm>
          <a:off x="0" y="1634349"/>
          <a:ext cx="6114543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Learns non-linear patterns</a:t>
          </a:r>
        </a:p>
      </dsp:txBody>
      <dsp:txXfrm>
        <a:off x="36845" y="1671194"/>
        <a:ext cx="6040853" cy="681087"/>
      </dsp:txXfrm>
    </dsp:sp>
    <dsp:sp modelId="{425CA493-EE1E-468A-9991-2A1E29A068B3}">
      <dsp:nvSpPr>
        <dsp:cNvPr id="0" name=""/>
        <dsp:cNvSpPr/>
      </dsp:nvSpPr>
      <dsp:spPr>
        <a:xfrm>
          <a:off x="0" y="2443847"/>
          <a:ext cx="6114543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Sensitive to data scaling and hyperparameters</a:t>
          </a:r>
        </a:p>
      </dsp:txBody>
      <dsp:txXfrm>
        <a:off x="36845" y="2480692"/>
        <a:ext cx="6040853" cy="681087"/>
      </dsp:txXfrm>
    </dsp:sp>
    <dsp:sp modelId="{E2E234FD-778D-4E8E-BBF7-52B8F61C2C79}">
      <dsp:nvSpPr>
        <dsp:cNvPr id="0" name=""/>
        <dsp:cNvSpPr/>
      </dsp:nvSpPr>
      <dsp:spPr>
        <a:xfrm>
          <a:off x="0" y="3253345"/>
          <a:ext cx="6114543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MLP learns by adjusting weights to reduce prediction error</a:t>
          </a:r>
        </a:p>
      </dsp:txBody>
      <dsp:txXfrm>
        <a:off x="36845" y="3290190"/>
        <a:ext cx="6040853" cy="681087"/>
      </dsp:txXfrm>
    </dsp:sp>
    <dsp:sp modelId="{BB550011-5DA4-4D5D-88C6-166AE7F7EF85}">
      <dsp:nvSpPr>
        <dsp:cNvPr id="0" name=""/>
        <dsp:cNvSpPr/>
      </dsp:nvSpPr>
      <dsp:spPr>
        <a:xfrm>
          <a:off x="0" y="4062843"/>
          <a:ext cx="6114543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Contrast its "deep" structure with RF’s “wide” set of trees</a:t>
          </a:r>
        </a:p>
      </dsp:txBody>
      <dsp:txXfrm>
        <a:off x="36845" y="4099688"/>
        <a:ext cx="6040853" cy="6810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E066A-ABC8-4F2E-8D1F-B3E9AA53E0C3}">
      <dsp:nvSpPr>
        <dsp:cNvPr id="0" name=""/>
        <dsp:cNvSpPr/>
      </dsp:nvSpPr>
      <dsp:spPr>
        <a:xfrm>
          <a:off x="0" y="94101"/>
          <a:ext cx="5398686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Dataset split: 80% train / 20% test</a:t>
          </a:r>
        </a:p>
      </dsp:txBody>
      <dsp:txXfrm>
        <a:off x="31028" y="125129"/>
        <a:ext cx="5336630" cy="573546"/>
      </dsp:txXfrm>
    </dsp:sp>
    <dsp:sp modelId="{BE62BEB0-7A33-4FFA-B13B-6C7258647894}">
      <dsp:nvSpPr>
        <dsp:cNvPr id="0" name=""/>
        <dsp:cNvSpPr/>
      </dsp:nvSpPr>
      <dsp:spPr>
        <a:xfrm>
          <a:off x="0" y="775783"/>
          <a:ext cx="5398686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StandardScaler used to normalize features</a:t>
          </a:r>
        </a:p>
      </dsp:txBody>
      <dsp:txXfrm>
        <a:off x="31028" y="806811"/>
        <a:ext cx="5336630" cy="573546"/>
      </dsp:txXfrm>
    </dsp:sp>
    <dsp:sp modelId="{D6C1CD47-171B-4191-A0BC-35ADB5E54F9A}">
      <dsp:nvSpPr>
        <dsp:cNvPr id="0" name=""/>
        <dsp:cNvSpPr/>
      </dsp:nvSpPr>
      <dsp:spPr>
        <a:xfrm>
          <a:off x="0" y="1457466"/>
          <a:ext cx="5398686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Random Forest: 100 trees</a:t>
          </a:r>
        </a:p>
      </dsp:txBody>
      <dsp:txXfrm>
        <a:off x="31028" y="1488494"/>
        <a:ext cx="5336630" cy="573546"/>
      </dsp:txXfrm>
    </dsp:sp>
    <dsp:sp modelId="{B9C77C83-206F-4DFA-9899-0150372569F3}">
      <dsp:nvSpPr>
        <dsp:cNvPr id="0" name=""/>
        <dsp:cNvSpPr/>
      </dsp:nvSpPr>
      <dsp:spPr>
        <a:xfrm>
          <a:off x="0" y="2139149"/>
          <a:ext cx="5398686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MLP: 2 hidden layers (30, 15 neurons), ReLU activation</a:t>
          </a:r>
        </a:p>
      </dsp:txBody>
      <dsp:txXfrm>
        <a:off x="31028" y="2170177"/>
        <a:ext cx="5336630" cy="573546"/>
      </dsp:txXfrm>
    </dsp:sp>
    <dsp:sp modelId="{567A1D31-952F-4F41-A90B-200994F56369}">
      <dsp:nvSpPr>
        <dsp:cNvPr id="0" name=""/>
        <dsp:cNvSpPr/>
      </dsp:nvSpPr>
      <dsp:spPr>
        <a:xfrm>
          <a:off x="0" y="2820831"/>
          <a:ext cx="5398686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Normalization matters for neural networks because each neuron is weighted</a:t>
          </a:r>
        </a:p>
      </dsp:txBody>
      <dsp:txXfrm>
        <a:off x="31028" y="2851859"/>
        <a:ext cx="5336630" cy="573546"/>
      </dsp:txXfrm>
    </dsp:sp>
    <dsp:sp modelId="{BD9C024D-3242-46F2-98D8-9D3D2C420900}">
      <dsp:nvSpPr>
        <dsp:cNvPr id="0" name=""/>
        <dsp:cNvSpPr/>
      </dsp:nvSpPr>
      <dsp:spPr>
        <a:xfrm>
          <a:off x="0" y="3502514"/>
          <a:ext cx="5398686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RF doesn’t need feature scaling, another real-world advantage</a:t>
          </a:r>
        </a:p>
      </dsp:txBody>
      <dsp:txXfrm>
        <a:off x="31028" y="3533542"/>
        <a:ext cx="5336630" cy="5735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2C56F-2ABB-4B69-91EC-748868A37995}">
      <dsp:nvSpPr>
        <dsp:cNvPr id="0" name=""/>
        <dsp:cNvSpPr/>
      </dsp:nvSpPr>
      <dsp:spPr>
        <a:xfrm>
          <a:off x="0" y="14651"/>
          <a:ext cx="731444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Both models perform well on breast cancer prediction</a:t>
          </a:r>
        </a:p>
      </dsp:txBody>
      <dsp:txXfrm>
        <a:off x="38784" y="53435"/>
        <a:ext cx="7236872" cy="716935"/>
      </dsp:txXfrm>
    </dsp:sp>
    <dsp:sp modelId="{490BE24A-1A0F-45C8-AB15-673EC83EF65B}">
      <dsp:nvSpPr>
        <dsp:cNvPr id="0" name=""/>
        <dsp:cNvSpPr/>
      </dsp:nvSpPr>
      <dsp:spPr>
        <a:xfrm>
          <a:off x="0" y="866754"/>
          <a:ext cx="731444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Random Forest is faster, more interpretable, and slightly more accurate</a:t>
          </a:r>
        </a:p>
      </dsp:txBody>
      <dsp:txXfrm>
        <a:off x="38784" y="905538"/>
        <a:ext cx="7236872" cy="716935"/>
      </dsp:txXfrm>
    </dsp:sp>
    <dsp:sp modelId="{176A8A81-1EA1-4572-8A05-925C7EEA588E}">
      <dsp:nvSpPr>
        <dsp:cNvPr id="0" name=""/>
        <dsp:cNvSpPr/>
      </dsp:nvSpPr>
      <dsp:spPr>
        <a:xfrm>
          <a:off x="0" y="1718857"/>
          <a:ext cx="731444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MLP is flexible, but more sensitive and complex</a:t>
          </a:r>
        </a:p>
      </dsp:txBody>
      <dsp:txXfrm>
        <a:off x="38784" y="1757641"/>
        <a:ext cx="7236872" cy="716935"/>
      </dsp:txXfrm>
    </dsp:sp>
    <dsp:sp modelId="{D72EE766-75F0-4CAD-BE09-EDE355F92C43}">
      <dsp:nvSpPr>
        <dsp:cNvPr id="0" name=""/>
        <dsp:cNvSpPr/>
      </dsp:nvSpPr>
      <dsp:spPr>
        <a:xfrm>
          <a:off x="0" y="2570960"/>
          <a:ext cx="731444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For medical diagnosis, evolutionary-inspired RF may be the better choice</a:t>
          </a:r>
        </a:p>
      </dsp:txBody>
      <dsp:txXfrm>
        <a:off x="38784" y="2609744"/>
        <a:ext cx="7236872" cy="716935"/>
      </dsp:txXfrm>
    </dsp:sp>
    <dsp:sp modelId="{89C0C169-B3F7-45B0-BF2D-F0F9F33E58EC}">
      <dsp:nvSpPr>
        <dsp:cNvPr id="0" name=""/>
        <dsp:cNvSpPr/>
      </dsp:nvSpPr>
      <dsp:spPr>
        <a:xfrm>
          <a:off x="0" y="3423063"/>
          <a:ext cx="731444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Which model is better for real-world, high-stakes decisions?</a:t>
          </a:r>
        </a:p>
      </dsp:txBody>
      <dsp:txXfrm>
        <a:off x="38784" y="3461847"/>
        <a:ext cx="7236872" cy="716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4DC6-5614-060C-9496-D714E1F6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F9FA3-06BA-88DD-A52A-1C9CDE9EB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41957-0C4B-0BF2-0190-43D38D967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176FC-0E1E-8BBE-1168-95BF38645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28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AE71-E59C-96B0-925C-36EB8C0E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5A101-CB76-19DE-44DC-52A8D18C1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2CC32-7E99-0E5E-52B7-2C5B08B12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857C-9263-4142-A196-09B7D1A3D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15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2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223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918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26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45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3826740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9" r:id="rId13"/>
    <p:sldLayoutId id="2147483711" r:id="rId14"/>
    <p:sldLayoutId id="2147483713" r:id="rId15"/>
    <p:sldLayoutId id="2147483714" r:id="rId16"/>
    <p:sldLayoutId id="2147483717" r:id="rId17"/>
    <p:sldLayoutId id="2147483672" r:id="rId1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klopezs@bu.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44" y="298564"/>
            <a:ext cx="6640642" cy="6260873"/>
          </a:xfrm>
        </p:spPr>
        <p:txBody>
          <a:bodyPr>
            <a:noAutofit/>
          </a:bodyPr>
          <a:lstStyle/>
          <a:p>
            <a:r>
              <a:rPr lang="en-US" sz="3600" dirty="0"/>
              <a:t>Comparing Evolutionary-Inspired Algorithms and Neural Networks on Breast Cancer Prediction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CS566 Project – Kevin Lopez Sepulveda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7" y="2745610"/>
            <a:ext cx="3389065" cy="37041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Introduction to problem</a:t>
            </a:r>
          </a:p>
          <a:p>
            <a:r>
              <a:rPr lang="en-US" dirty="0"/>
              <a:t>Project Goal</a:t>
            </a:r>
          </a:p>
          <a:p>
            <a:r>
              <a:rPr lang="en-US" dirty="0"/>
              <a:t>Random Forest</a:t>
            </a:r>
          </a:p>
          <a:p>
            <a:r>
              <a:rPr lang="en-US" dirty="0"/>
              <a:t>MLP Neural Network</a:t>
            </a:r>
          </a:p>
          <a:p>
            <a:r>
              <a:rPr lang="en-US" dirty="0"/>
              <a:t>Methods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73E709-C166-F85A-6487-69BE601141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Image result for breast cancer person">
            <a:extLst>
              <a:ext uri="{FF2B5EF4-FFF2-40B4-BE49-F238E27FC236}">
                <a16:creationId xmlns:a16="http://schemas.microsoft.com/office/drawing/2014/main" id="{83DBC6FC-11D1-E193-7EA2-749111DB5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987" y="408214"/>
            <a:ext cx="6699487" cy="604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D291F2-4F3B-9988-830C-3A03B6B2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Why Predicting Breast Cancer Matters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139D17C0-D333-7668-7AD8-2C00A1580B2C}"/>
              </a:ext>
            </a:extLst>
          </p:cNvPr>
          <p:cNvGraphicFramePr>
            <a:graphicFrameLocks noGrp="1"/>
          </p:cNvGraphicFramePr>
          <p:nvPr>
            <p:ph idx="10"/>
          </p:nvPr>
        </p:nvGraphicFramePr>
        <p:xfrm>
          <a:off x="568163" y="1997132"/>
          <a:ext cx="8652793" cy="4232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69464-BFD6-6A10-1A86-204ACD24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279C8A1-C4E4-4DE9-934E-91221AC99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865EE-D173-E4F8-6899-C88BD324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87" y="395288"/>
            <a:ext cx="6317998" cy="1120439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/>
            <a:r>
              <a:rPr lang="en-US" sz="320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Random Forest Works</a:t>
            </a:r>
          </a:p>
        </p:txBody>
      </p:sp>
      <p:pic>
        <p:nvPicPr>
          <p:cNvPr id="17" name="Picture 16" descr="Vibrant green forest">
            <a:extLst>
              <a:ext uri="{FF2B5EF4-FFF2-40B4-BE49-F238E27FC236}">
                <a16:creationId xmlns:a16="http://schemas.microsoft.com/office/drawing/2014/main" id="{6622688C-2B5B-4E1A-F45F-3456A1F5B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94" r="33697" b="-1"/>
          <a:stretch/>
        </p:blipFill>
        <p:spPr>
          <a:xfrm>
            <a:off x="20" y="10"/>
            <a:ext cx="3863955" cy="685798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C7ED5D-77C4-4564-8B1A-E55609CF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57986" y="1964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6636A8A-450C-47EA-72BB-F69F036E8E04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148374188"/>
              </p:ext>
            </p:extLst>
          </p:nvPr>
        </p:nvGraphicFramePr>
        <p:xfrm>
          <a:off x="4787948" y="2056362"/>
          <a:ext cx="6480075" cy="4539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198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939C9-418D-6DFD-5F96-2C8A5DD3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FCC5-03C8-E285-2FC3-7579D986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1815882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MLP Neural Network Works</a:t>
            </a:r>
          </a:p>
        </p:txBody>
      </p:sp>
      <p:pic>
        <p:nvPicPr>
          <p:cNvPr id="2050" name="Picture 2" descr="Image result for mlp neural network">
            <a:extLst>
              <a:ext uri="{FF2B5EF4-FFF2-40B4-BE49-F238E27FC236}">
                <a16:creationId xmlns:a16="http://schemas.microsoft.com/office/drawing/2014/main" id="{B28A278F-B1AA-6744-31F2-0DF2029FF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9499" y="2653259"/>
            <a:ext cx="3479215" cy="311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57" name="Content Placeholder 2">
            <a:extLst>
              <a:ext uri="{FF2B5EF4-FFF2-40B4-BE49-F238E27FC236}">
                <a16:creationId xmlns:a16="http://schemas.microsoft.com/office/drawing/2014/main" id="{CE23AA6B-65DE-8B6C-31CE-F40298819B0A}"/>
              </a:ext>
            </a:extLst>
          </p:cNvPr>
          <p:cNvGraphicFramePr>
            <a:graphicFrameLocks noGrp="1"/>
          </p:cNvGraphicFramePr>
          <p:nvPr>
            <p:ph idx="10"/>
          </p:nvPr>
        </p:nvGraphicFramePr>
        <p:xfrm>
          <a:off x="4997457" y="935999"/>
          <a:ext cx="6114543" cy="483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7149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F9A0-D364-C129-711E-DB39F65E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  <a:endParaRPr lang="en-US" dirty="0"/>
          </a:p>
        </p:txBody>
      </p:sp>
      <p:graphicFrame>
        <p:nvGraphicFramePr>
          <p:cNvPr id="3081" name="Content Placeholder 11">
            <a:extLst>
              <a:ext uri="{FF2B5EF4-FFF2-40B4-BE49-F238E27FC236}">
                <a16:creationId xmlns:a16="http://schemas.microsoft.com/office/drawing/2014/main" id="{2491CAC3-7342-0DFE-7FBC-8ABCA98DDEAE}"/>
              </a:ext>
            </a:extLst>
          </p:cNvPr>
          <p:cNvGraphicFramePr>
            <a:graphicFrameLocks noGrp="1"/>
          </p:cNvGraphicFramePr>
          <p:nvPr>
            <p:ph sz="half" idx="12"/>
          </p:nvPr>
        </p:nvGraphicFramePr>
        <p:xfrm>
          <a:off x="568164" y="1997132"/>
          <a:ext cx="5398686" cy="4232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9" name="Picture 7" descr="Image result for data analyst">
            <a:extLst>
              <a:ext uri="{FF2B5EF4-FFF2-40B4-BE49-F238E27FC236}">
                <a16:creationId xmlns:a16="http://schemas.microsoft.com/office/drawing/2014/main" id="{7D41A634-7F4A-3CD1-7233-EB53C1648B1B}"/>
              </a:ext>
            </a:extLst>
          </p:cNvPr>
          <p:cNvPicPr>
            <a:picLocks noGrp="1" noChangeAspect="1" noChangeArrowheads="1"/>
          </p:cNvPicPr>
          <p:nvPr>
            <p:ph sz="half" idx="13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152" y="1585093"/>
            <a:ext cx="5227333" cy="4515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865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3780F96-A835-781A-F44F-1A735EFD59C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Precision: How many predicted positive cases are positive</a:t>
            </a:r>
          </a:p>
          <a:p>
            <a:r>
              <a:rPr lang="en-US" dirty="0"/>
              <a:t>Recall: How many actual positive cases are identified </a:t>
            </a:r>
          </a:p>
          <a:p>
            <a:r>
              <a:rPr lang="en-US" dirty="0"/>
              <a:t>F1-Score: Balance of precision and recall </a:t>
            </a:r>
          </a:p>
          <a:p>
            <a:r>
              <a:rPr lang="en-US" dirty="0"/>
              <a:t>Accuracy: Overall correct predictions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9A0E8E1-2B9F-4000-07E7-9340DD465B8F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E352D-0C31-7F4B-73FB-EDCC38AA7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938" y="1997075"/>
            <a:ext cx="6781268" cy="426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5127" name="Content Placeholder 2">
            <a:extLst>
              <a:ext uri="{FF2B5EF4-FFF2-40B4-BE49-F238E27FC236}">
                <a16:creationId xmlns:a16="http://schemas.microsoft.com/office/drawing/2014/main" id="{7043E2ED-01B9-1985-C811-5E61537BA6E0}"/>
              </a:ext>
            </a:extLst>
          </p:cNvPr>
          <p:cNvGraphicFramePr>
            <a:graphicFrameLocks noGrp="1"/>
          </p:cNvGraphicFramePr>
          <p:nvPr>
            <p:ph idx="10"/>
          </p:nvPr>
        </p:nvGraphicFramePr>
        <p:xfrm>
          <a:off x="4313685" y="1997132"/>
          <a:ext cx="7314440" cy="4232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125" name="Picture 5" descr="Image result for doctor">
            <a:extLst>
              <a:ext uri="{FF2B5EF4-FFF2-40B4-BE49-F238E27FC236}">
                <a16:creationId xmlns:a16="http://schemas.microsoft.com/office/drawing/2014/main" id="{B4CF0A24-B689-5199-3E73-199380C47DA6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3" r="2451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Kevin Lopez Sepulveda</a:t>
            </a:r>
          </a:p>
          <a:p>
            <a:r>
              <a:rPr lang="en-US" dirty="0">
                <a:hlinkClick r:id="rId3"/>
              </a:rPr>
              <a:t>klopezs@bu.edu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{5C317517-B7C2-413E-8240-F960010F56C0}tf11158769_win32</Template>
  <TotalTime>41</TotalTime>
  <Words>358</Words>
  <Application>Microsoft Office PowerPoint</Application>
  <PresentationFormat>Widescreen</PresentationFormat>
  <Paragraphs>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Calibri</vt:lpstr>
      <vt:lpstr>Goudy Old Style</vt:lpstr>
      <vt:lpstr>Wingdings</vt:lpstr>
      <vt:lpstr>FrostyVTI</vt:lpstr>
      <vt:lpstr>Comparing Evolutionary-Inspired Algorithms and Neural Networks on Breast Cancer Prediction  CS566 Project – Kevin Lopez Sepulveda</vt:lpstr>
      <vt:lpstr>Agenda</vt:lpstr>
      <vt:lpstr>Why Predicting Breast Cancer Matters</vt:lpstr>
      <vt:lpstr>How Random Forest Works</vt:lpstr>
      <vt:lpstr>How MLP Neural Network Works</vt:lpstr>
      <vt:lpstr>Methods</vt:lpstr>
      <vt:lpstr>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kevMinecraft123@outlook.com</dc:creator>
  <cp:lastModifiedBy>kevMinecraft123@outlook.com</cp:lastModifiedBy>
  <cp:revision>1</cp:revision>
  <dcterms:created xsi:type="dcterms:W3CDTF">2025-04-29T22:36:14Z</dcterms:created>
  <dcterms:modified xsi:type="dcterms:W3CDTF">2025-04-29T23:17:22Z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