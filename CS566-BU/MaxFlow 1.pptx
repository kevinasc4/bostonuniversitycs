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79" r:id="rId4"/>
    <p:sldId id="260" r:id="rId5"/>
    <p:sldId id="261" r:id="rId6"/>
    <p:sldId id="262" r:id="rId7"/>
    <p:sldId id="278" r:id="rId8"/>
    <p:sldId id="268" r:id="rId9"/>
    <p:sldId id="269" r:id="rId10"/>
    <p:sldId id="270" r:id="rId11"/>
    <p:sldId id="271" r:id="rId12"/>
    <p:sldId id="263" r:id="rId13"/>
    <p:sldId id="280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5196"/>
  </p:normalViewPr>
  <p:slideViewPr>
    <p:cSldViewPr snapToGrid="0" snapToObjects="1">
      <p:cViewPr varScale="1">
        <p:scale>
          <a:sx n="95" d="100"/>
          <a:sy n="95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3B642-F7C7-A945-959A-28263EF19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02E0D-1ECB-7247-BC4A-935309BEC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F9DF3-70A0-404D-B144-BB616F723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708C-3BD3-2244-9A20-4DB21581E977}" type="datetimeFigureOut">
              <a:rPr lang="en-US" smtClean="0"/>
              <a:t>4/6/20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543D5-AE89-8E4C-9D65-119183435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6AAD9-B99C-0643-97CC-F227E7968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4D5-099F-3F49-9664-1C250F8A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9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0C1A-0398-7148-871D-A88B0B308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A98DD-5332-614A-9B3F-5D50E868F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D819C-312A-C84A-8EB3-802E35A46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708C-3BD3-2244-9A20-4DB21581E977}" type="datetimeFigureOut">
              <a:rPr lang="en-US" smtClean="0"/>
              <a:t>4/6/20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DDFF1-2A94-FE43-998D-FB1738C8C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A68C4-62F0-F542-88CA-BA437F13E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4D5-099F-3F49-9664-1C250F8A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59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BBD9D-20C6-B544-9645-C10F01D11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323B1-3780-EA49-96E3-952D6CFE0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7EB25-8937-FF46-8CE1-854517D8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708C-3BD3-2244-9A20-4DB21581E977}" type="datetimeFigureOut">
              <a:rPr lang="en-US" smtClean="0"/>
              <a:t>4/6/20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96741-F3E5-ED4C-B1A7-E5C106293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99DD7-A017-064B-B0B1-8F428E32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4D5-099F-3F49-9664-1C250F8A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6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8AA6-DF96-B847-BE54-42F026683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8208B-72CC-D74B-8257-351BC4F5D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71F97-BBB6-8545-8C7D-8F5C39038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C8AF8-159D-B242-86C9-FB7FF4CD0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708C-3BD3-2244-9A20-4DB21581E977}" type="datetimeFigureOut">
              <a:rPr lang="en-US" smtClean="0"/>
              <a:t>4/6/20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38E66-2579-1C4E-8813-105846CDA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B5A87-25AC-F349-81FF-396BDAAA6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4D5-099F-3F49-9664-1C250F8A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41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5602-3B70-2D42-AFDA-D5E7D3AD5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B5A39-0550-4544-AB57-A207569B7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049F5-8349-4F47-AFB1-0A56FD4BF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CF962-6060-6748-986F-9E73BD8A1F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D45D32-7F94-8349-8DD4-7E202380F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FB463A-BBB7-FC44-95E8-1C8BAF0A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708C-3BD3-2244-9A20-4DB21581E977}" type="datetimeFigureOut">
              <a:rPr lang="en-US" smtClean="0"/>
              <a:t>4/6/20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E99718-FA06-254D-B51F-E2321EF72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461C2-9518-BC4E-9240-76313E967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4D5-099F-3F49-9664-1C250F8A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7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E3202-DA8E-D840-A416-F3DE52E59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69B252-31E7-B24D-94DB-0CD146E11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708C-3BD3-2244-9A20-4DB21581E977}" type="datetimeFigureOut">
              <a:rPr lang="en-US" smtClean="0"/>
              <a:t>4/6/20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80A3F0-7EDA-2C48-89CE-8494B81F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66CD8-2B70-1244-874B-72EE73B8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4D5-099F-3F49-9664-1C250F8A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9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EC4CA-5898-024A-941C-5AB51271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708C-3BD3-2244-9A20-4DB21581E977}" type="datetimeFigureOut">
              <a:rPr lang="en-US" smtClean="0"/>
              <a:t>4/6/20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4BD960-04EC-A84C-9B7F-32243AE39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0D7A1-0645-AA4E-8ACD-7AE79322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4D5-099F-3F49-9664-1C250F8A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49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8B99A-509C-CE47-AEC9-4E770E948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8734B-D5E4-A544-BA0B-41C138F4C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B0F7B-033E-004C-8D41-D8BA0D177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9B6D30-71A9-BB4E-9955-7CDFCE845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708C-3BD3-2244-9A20-4DB21581E977}" type="datetimeFigureOut">
              <a:rPr lang="en-US" smtClean="0"/>
              <a:t>4/6/20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C7043-32D0-E742-9C34-62E237854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06CE8-4940-3749-A448-2C674A92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4D5-099F-3F49-9664-1C250F8A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0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0A48E-7F63-CC40-966E-6F24FFA8D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E67435-62D8-1346-B43B-59723C55BD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648DD-3D32-604F-8CB3-B47DD4319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FFA4B-5A1E-A441-8415-404831332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708C-3BD3-2244-9A20-4DB21581E977}" type="datetimeFigureOut">
              <a:rPr lang="en-US" smtClean="0"/>
              <a:t>4/6/20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60D1A-1A63-F946-B800-EF2E047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C2794-0A0C-6448-ACA8-48C8178D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4D5-099F-3F49-9664-1C250F8A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50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FBA0A-1FCC-784C-9F7F-4069D677F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9795E-E0F9-0A4A-B24B-6658F473E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90E22-A9F6-C744-87F3-BFE0A57FA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708C-3BD3-2244-9A20-4DB21581E977}" type="datetimeFigureOut">
              <a:rPr lang="en-US" smtClean="0"/>
              <a:t>4/6/20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C46EB-2917-C446-8036-404E76321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FCF8D-35B8-7241-867C-659DC830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4D5-099F-3F49-9664-1C250F8A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8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C13CB7-C897-D148-8960-25FD158BDA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D2744-7928-8F40-BA76-BD18EF229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8121B-797C-8442-A3C1-20809C5B4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708C-3BD3-2244-9A20-4DB21581E977}" type="datetimeFigureOut">
              <a:rPr lang="en-US" smtClean="0"/>
              <a:t>4/6/20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D0901-EE4B-824F-933C-D9839C65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00910-2B00-7E40-9082-D03A7DDE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B04D5-099F-3F49-9664-1C250F8A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37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D70C59-3C6C-FC47-86B6-C9E9017BE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A37BE-48C4-B543-8A41-27C25B0BF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244D4-CDFE-BA43-B150-5C1A84988A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E708C-3BD3-2244-9A20-4DB21581E977}" type="datetimeFigureOut">
              <a:rPr lang="en-US" smtClean="0"/>
              <a:t>4/6/20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DB782-810C-5743-BDDF-03CDFD865F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067DA-0E2F-4E46-9AB0-40B251299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B04D5-099F-3F49-9664-1C250F8AB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1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CD28D-2A1C-5D44-9BD5-C5F15544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Ford Fulkerson Algorithm for </a:t>
            </a:r>
            <a:br>
              <a:rPr lang="en-US" dirty="0"/>
            </a:br>
            <a:r>
              <a:rPr lang="en-US" dirty="0"/>
              <a:t>Maximum Flow in a flow network</a:t>
            </a:r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8895D616-288D-EA4C-A79A-B1B5AC25CA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1500" y="1956594"/>
            <a:ext cx="5969000" cy="4089400"/>
          </a:xfrm>
        </p:spPr>
      </p:pic>
    </p:spTree>
    <p:extLst>
      <p:ext uri="{BB962C8B-B14F-4D97-AF65-F5344CB8AC3E}">
        <p14:creationId xmlns:p14="http://schemas.microsoft.com/office/powerpoint/2010/main" val="3187062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3D54A-6B9A-3445-8E61-54957B2C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CB15F055-FC8D-9848-8921-6D8263AB5A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4150" y="1969294"/>
            <a:ext cx="6743700" cy="4064000"/>
          </a:xfrm>
        </p:spPr>
      </p:pic>
    </p:spTree>
    <p:extLst>
      <p:ext uri="{BB962C8B-B14F-4D97-AF65-F5344CB8AC3E}">
        <p14:creationId xmlns:p14="http://schemas.microsoft.com/office/powerpoint/2010/main" val="2324332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0DD72-76D3-4844-8B7C-CB1E11E0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8DB79-2A26-EA40-AC4F-BFE5BFBE8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Process start with 0 flow and continue </a:t>
            </a:r>
          </a:p>
          <a:p>
            <a:pPr marL="0" indent="0">
              <a:buNone/>
            </a:pPr>
            <a:r>
              <a:rPr lang="en-US" dirty="0"/>
              <a:t>    until there exists an augmenting path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 an augmenting path</a:t>
            </a:r>
          </a:p>
          <a:p>
            <a:r>
              <a:rPr lang="en-US" dirty="0"/>
              <a:t>compute bottleneck capacity</a:t>
            </a:r>
          </a:p>
          <a:p>
            <a:r>
              <a:rPr lang="en-US" dirty="0"/>
              <a:t>increase total flow by the bottleneck capacity.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dirty="0"/>
              <a:t>Process terminates when, all paths from S to T are blocked </a:t>
            </a:r>
          </a:p>
          <a:p>
            <a:pPr marL="0" indent="0">
              <a:buNone/>
            </a:pPr>
            <a:r>
              <a:rPr lang="en-US" dirty="0"/>
              <a:t>    by either full forward edge or empty backward edge, </a:t>
            </a:r>
          </a:p>
          <a:p>
            <a:pPr marL="0" indent="0">
              <a:buNone/>
            </a:pPr>
            <a:r>
              <a:rPr lang="en-US" dirty="0"/>
              <a:t>    and no more augmenting paths are available.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11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DA61-6070-E949-929E-9B078F55A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1BACA6A4-5C72-7542-A451-24FFB5291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5400" y="1937544"/>
            <a:ext cx="7061200" cy="4127500"/>
          </a:xfrm>
        </p:spPr>
      </p:pic>
    </p:spTree>
    <p:extLst>
      <p:ext uri="{BB962C8B-B14F-4D97-AF65-F5344CB8AC3E}">
        <p14:creationId xmlns:p14="http://schemas.microsoft.com/office/powerpoint/2010/main" val="18868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3F967-C4DE-C447-904E-41CCEEE5E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B9393D1E-4C69-2846-A1EB-77E7D63C2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200" y="2077244"/>
            <a:ext cx="7467600" cy="3848100"/>
          </a:xfrm>
        </p:spPr>
      </p:pic>
    </p:spTree>
    <p:extLst>
      <p:ext uri="{BB962C8B-B14F-4D97-AF65-F5344CB8AC3E}">
        <p14:creationId xmlns:p14="http://schemas.microsoft.com/office/powerpoint/2010/main" val="1544035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02515-F721-554F-80E4-ADE6A4030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62AF07AB-842A-BC49-9E7E-D7F491CA6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3350" y="1950244"/>
            <a:ext cx="6845300" cy="4102100"/>
          </a:xfrm>
        </p:spPr>
      </p:pic>
    </p:spTree>
    <p:extLst>
      <p:ext uri="{BB962C8B-B14F-4D97-AF65-F5344CB8AC3E}">
        <p14:creationId xmlns:p14="http://schemas.microsoft.com/office/powerpoint/2010/main" val="3035457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C32AF-2EEA-7549-B358-931101131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E1826C78-1A09-7247-AA18-B64645553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1450" y="1956594"/>
            <a:ext cx="6769100" cy="4089400"/>
          </a:xfrm>
        </p:spPr>
      </p:pic>
    </p:spTree>
    <p:extLst>
      <p:ext uri="{BB962C8B-B14F-4D97-AF65-F5344CB8AC3E}">
        <p14:creationId xmlns:p14="http://schemas.microsoft.com/office/powerpoint/2010/main" val="2925713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D08C-D579-1B41-A205-DFD2D53C7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FFCC3587-E0D2-9C40-B099-02BEF2A11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9250" y="2013744"/>
            <a:ext cx="6413500" cy="3975100"/>
          </a:xfrm>
        </p:spPr>
      </p:pic>
    </p:spTree>
    <p:extLst>
      <p:ext uri="{BB962C8B-B14F-4D97-AF65-F5344CB8AC3E}">
        <p14:creationId xmlns:p14="http://schemas.microsoft.com/office/powerpoint/2010/main" val="369248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90A11-A8B6-7140-B4DC-458B4BE7C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6815FB92-7905-204E-8A17-5D284F89A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7150" y="2058194"/>
            <a:ext cx="6997700" cy="3886200"/>
          </a:xfrm>
        </p:spPr>
      </p:pic>
    </p:spTree>
    <p:extLst>
      <p:ext uri="{BB962C8B-B14F-4D97-AF65-F5344CB8AC3E}">
        <p14:creationId xmlns:p14="http://schemas.microsoft.com/office/powerpoint/2010/main" val="2835426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4FD84-0699-8249-92FF-48B58A263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349BF116-EC2E-3C4D-A8C4-6E69A7A844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4000" y="2070894"/>
            <a:ext cx="6604000" cy="3860800"/>
          </a:xfrm>
        </p:spPr>
      </p:pic>
    </p:spTree>
    <p:extLst>
      <p:ext uri="{BB962C8B-B14F-4D97-AF65-F5344CB8AC3E}">
        <p14:creationId xmlns:p14="http://schemas.microsoft.com/office/powerpoint/2010/main" val="2297080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4EB1-A45D-3C44-A149-FC9A8A2E7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C222961E-B2C6-6042-96D9-41991FA4C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4800" y="2007394"/>
            <a:ext cx="6502400" cy="3987800"/>
          </a:xfrm>
        </p:spPr>
      </p:pic>
    </p:spTree>
    <p:extLst>
      <p:ext uri="{BB962C8B-B14F-4D97-AF65-F5344CB8AC3E}">
        <p14:creationId xmlns:p14="http://schemas.microsoft.com/office/powerpoint/2010/main" val="2703788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786A-3156-CD47-A8B1-06856D764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4DDE2B68-7881-3F48-BCC1-6B20DF5AA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6400" y="2140744"/>
            <a:ext cx="6299200" cy="3721100"/>
          </a:xfrm>
        </p:spPr>
      </p:pic>
    </p:spTree>
    <p:extLst>
      <p:ext uri="{BB962C8B-B14F-4D97-AF65-F5344CB8AC3E}">
        <p14:creationId xmlns:p14="http://schemas.microsoft.com/office/powerpoint/2010/main" val="1244888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786A-3156-CD47-A8B1-06856D764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4DDE2B68-7881-3F48-BCC1-6B20DF5AA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6400" y="2140744"/>
            <a:ext cx="6299200" cy="37211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B47D94-AF37-0D40-A10B-F5FEAAB6C1D3}"/>
              </a:ext>
            </a:extLst>
          </p:cNvPr>
          <p:cNvSpPr txBox="1"/>
          <p:nvPr/>
        </p:nvSpPr>
        <p:spPr>
          <a:xfrm>
            <a:off x="745565" y="4719916"/>
            <a:ext cx="2051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 10+1=1+7 +4</a:t>
            </a:r>
          </a:p>
          <a:p>
            <a:r>
              <a:rPr lang="en-US" dirty="0"/>
              <a:t>C  10    = 9+1</a:t>
            </a:r>
          </a:p>
          <a:p>
            <a:r>
              <a:rPr lang="en-US" dirty="0"/>
              <a:t>D  9+7 = 6 +10</a:t>
            </a:r>
          </a:p>
          <a:p>
            <a:r>
              <a:rPr lang="en-US" dirty="0"/>
              <a:t>B  4+6 = 10</a:t>
            </a:r>
          </a:p>
        </p:txBody>
      </p:sp>
    </p:spTree>
    <p:extLst>
      <p:ext uri="{BB962C8B-B14F-4D97-AF65-F5344CB8AC3E}">
        <p14:creationId xmlns:p14="http://schemas.microsoft.com/office/powerpoint/2010/main" val="872083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070BC-12F6-FA4B-9F4F-96E04FF54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icture containing bird&#10;&#10;Description automatically generated">
            <a:extLst>
              <a:ext uri="{FF2B5EF4-FFF2-40B4-BE49-F238E27FC236}">
                <a16:creationId xmlns:a16="http://schemas.microsoft.com/office/drawing/2014/main" id="{0502B72F-63AD-BF42-9240-FC4A4A9622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500" y="2661444"/>
            <a:ext cx="6477000" cy="2679700"/>
          </a:xfrm>
        </p:spPr>
      </p:pic>
    </p:spTree>
    <p:extLst>
      <p:ext uri="{BB962C8B-B14F-4D97-AF65-F5344CB8AC3E}">
        <p14:creationId xmlns:p14="http://schemas.microsoft.com/office/powerpoint/2010/main" val="3507542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E41C-87C5-1F49-903B-475851DDD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icture containing bird&#10;&#10;Description automatically generated">
            <a:extLst>
              <a:ext uri="{FF2B5EF4-FFF2-40B4-BE49-F238E27FC236}">
                <a16:creationId xmlns:a16="http://schemas.microsoft.com/office/drawing/2014/main" id="{EB2D2445-AB09-9C4E-B9C3-92D0C20DF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1300" y="2286794"/>
            <a:ext cx="6629400" cy="3429000"/>
          </a:xfrm>
        </p:spPr>
      </p:pic>
    </p:spTree>
    <p:extLst>
      <p:ext uri="{BB962C8B-B14F-4D97-AF65-F5344CB8AC3E}">
        <p14:creationId xmlns:p14="http://schemas.microsoft.com/office/powerpoint/2010/main" val="1716588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EF86-68AB-5A4C-B786-FA6B5475D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102CA9B6-5945-0F49-A4EB-43D27688A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3400" y="2159794"/>
            <a:ext cx="6045200" cy="3683000"/>
          </a:xfrm>
        </p:spPr>
      </p:pic>
    </p:spTree>
    <p:extLst>
      <p:ext uri="{BB962C8B-B14F-4D97-AF65-F5344CB8AC3E}">
        <p14:creationId xmlns:p14="http://schemas.microsoft.com/office/powerpoint/2010/main" val="4096325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96</Words>
  <Application>Microsoft Macintosh PowerPoint</Application>
  <PresentationFormat>Widescreen</PresentationFormat>
  <Paragraphs>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Ford Fulkerson Algorithm for  Maximum Flow in a flow network</vt:lpstr>
      <vt:lpstr>PowerPoint Presentation</vt:lpstr>
      <vt:lpstr>Algorithm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Ford Fulkerson Algorithm for  Maximum Flow in a flow networ</dc:title>
  <dc:creator>Microsoft Office User</dc:creator>
  <cp:lastModifiedBy>Microsoft Office User</cp:lastModifiedBy>
  <cp:revision>8</cp:revision>
  <dcterms:created xsi:type="dcterms:W3CDTF">2020-03-30T18:43:28Z</dcterms:created>
  <dcterms:modified xsi:type="dcterms:W3CDTF">2020-04-06T21:01:25Z</dcterms:modified>
</cp:coreProperties>
</file>