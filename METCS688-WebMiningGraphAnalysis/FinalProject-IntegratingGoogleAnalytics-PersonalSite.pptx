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0B1D4-98D5-4669-808A-D08A883D9F86}" v="1" dt="2025-08-06T01:15:46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minecraft123@outlook.com" userId="4f4423f238f78c87" providerId="LiveId" clId="{EDA0B1D4-98D5-4669-808A-D08A883D9F86}"/>
    <pc:docChg chg="undo custSel addSld delSld modSld">
      <pc:chgData name="kevminecraft123@outlook.com" userId="4f4423f238f78c87" providerId="LiveId" clId="{EDA0B1D4-98D5-4669-808A-D08A883D9F86}" dt="2025-08-06T01:16:11.246" v="48" actId="20577"/>
      <pc:docMkLst>
        <pc:docMk/>
      </pc:docMkLst>
      <pc:sldChg chg="modSp mod">
        <pc:chgData name="kevminecraft123@outlook.com" userId="4f4423f238f78c87" providerId="LiveId" clId="{EDA0B1D4-98D5-4669-808A-D08A883D9F86}" dt="2025-08-06T01:16:11.246" v="48" actId="20577"/>
        <pc:sldMkLst>
          <pc:docMk/>
          <pc:sldMk cId="0" sldId="256"/>
        </pc:sldMkLst>
        <pc:spChg chg="mod">
          <ac:chgData name="kevminecraft123@outlook.com" userId="4f4423f238f78c87" providerId="LiveId" clId="{EDA0B1D4-98D5-4669-808A-D08A883D9F86}" dt="2025-08-06T01:16:00.008" v="13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evminecraft123@outlook.com" userId="4f4423f238f78c87" providerId="LiveId" clId="{EDA0B1D4-98D5-4669-808A-D08A883D9F86}" dt="2025-08-06T01:16:11.246" v="48" actId="20577"/>
          <ac:spMkLst>
            <pc:docMk/>
            <pc:sldMk cId="0" sldId="256"/>
            <ac:spMk id="3" creationId="{00000000-0000-0000-0000-000000000000}"/>
          </ac:spMkLst>
        </pc:spChg>
      </pc:sldChg>
      <pc:sldChg chg="new del">
        <pc:chgData name="kevminecraft123@outlook.com" userId="4f4423f238f78c87" providerId="LiveId" clId="{EDA0B1D4-98D5-4669-808A-D08A883D9F86}" dt="2025-08-06T00:20:54.258" v="1" actId="47"/>
        <pc:sldMkLst>
          <pc:docMk/>
          <pc:sldMk cId="793433150" sldId="265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AC645C-9A6B-426E-AFA3-9DC133498F1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415F84-1F0A-48E2-A5DF-7AFF56482C3A}">
      <dgm:prSet/>
      <dgm:spPr/>
      <dgm:t>
        <a:bodyPr/>
        <a:lstStyle/>
        <a:p>
          <a:r>
            <a:rPr lang="en-US"/>
            <a:t>- Personal website: https://kevinasc4.github.io/</a:t>
          </a:r>
        </a:p>
      </dgm:t>
    </dgm:pt>
    <dgm:pt modelId="{5ED8E54A-E713-4E6E-BBC7-D6FA8BE0CEF2}" type="parTrans" cxnId="{21F66D89-82BB-45F0-85F0-C596ABF571FB}">
      <dgm:prSet/>
      <dgm:spPr/>
      <dgm:t>
        <a:bodyPr/>
        <a:lstStyle/>
        <a:p>
          <a:endParaRPr lang="en-US"/>
        </a:p>
      </dgm:t>
    </dgm:pt>
    <dgm:pt modelId="{00E48FC2-F35B-493B-BAB4-51EE1C40CB59}" type="sibTrans" cxnId="{21F66D89-82BB-45F0-85F0-C596ABF571FB}">
      <dgm:prSet/>
      <dgm:spPr/>
      <dgm:t>
        <a:bodyPr/>
        <a:lstStyle/>
        <a:p>
          <a:endParaRPr lang="en-US"/>
        </a:p>
      </dgm:t>
    </dgm:pt>
    <dgm:pt modelId="{91311CB0-6273-4E07-8025-2555ABCF42B3}">
      <dgm:prSet/>
      <dgm:spPr/>
      <dgm:t>
        <a:bodyPr/>
        <a:lstStyle/>
        <a:p>
          <a:r>
            <a:rPr lang="en-US"/>
            <a:t>- Hosted using GitHub Pages</a:t>
          </a:r>
        </a:p>
      </dgm:t>
    </dgm:pt>
    <dgm:pt modelId="{7B151DA2-97C9-4E8B-9555-33C40B65091A}" type="parTrans" cxnId="{5817BBD1-BFEC-4255-8F63-0C977352AB1A}">
      <dgm:prSet/>
      <dgm:spPr/>
      <dgm:t>
        <a:bodyPr/>
        <a:lstStyle/>
        <a:p>
          <a:endParaRPr lang="en-US"/>
        </a:p>
      </dgm:t>
    </dgm:pt>
    <dgm:pt modelId="{B7A1E651-84E3-4D57-9CD6-DC9BB6FCAB1A}" type="sibTrans" cxnId="{5817BBD1-BFEC-4255-8F63-0C977352AB1A}">
      <dgm:prSet/>
      <dgm:spPr/>
      <dgm:t>
        <a:bodyPr/>
        <a:lstStyle/>
        <a:p>
          <a:endParaRPr lang="en-US"/>
        </a:p>
      </dgm:t>
    </dgm:pt>
    <dgm:pt modelId="{09EA13E5-DB87-4CEB-9CA8-57F60F745634}">
      <dgm:prSet/>
      <dgm:spPr/>
      <dgm:t>
        <a:bodyPr/>
        <a:lstStyle/>
        <a:p>
          <a:r>
            <a:rPr lang="en-US"/>
            <a:t>- Built with Quarto</a:t>
          </a:r>
        </a:p>
      </dgm:t>
    </dgm:pt>
    <dgm:pt modelId="{0CF6346B-721E-4F80-997E-508CACD145EF}" type="parTrans" cxnId="{69FDD492-3C79-4E5C-A75F-547521FB4C26}">
      <dgm:prSet/>
      <dgm:spPr/>
      <dgm:t>
        <a:bodyPr/>
        <a:lstStyle/>
        <a:p>
          <a:endParaRPr lang="en-US"/>
        </a:p>
      </dgm:t>
    </dgm:pt>
    <dgm:pt modelId="{63028EFD-6883-45F2-A6F4-58A535AEA05B}" type="sibTrans" cxnId="{69FDD492-3C79-4E5C-A75F-547521FB4C26}">
      <dgm:prSet/>
      <dgm:spPr/>
      <dgm:t>
        <a:bodyPr/>
        <a:lstStyle/>
        <a:p>
          <a:endParaRPr lang="en-US"/>
        </a:p>
      </dgm:t>
    </dgm:pt>
    <dgm:pt modelId="{9C431284-0DCA-4048-8A10-5B97DCE7D0E4}">
      <dgm:prSet/>
      <dgm:spPr/>
      <dgm:t>
        <a:bodyPr/>
        <a:lstStyle/>
        <a:p>
          <a:r>
            <a:rPr lang="en-US"/>
            <a:t>- Goal: Add Google Analytics to track site traffic</a:t>
          </a:r>
        </a:p>
      </dgm:t>
    </dgm:pt>
    <dgm:pt modelId="{5B3FB3A8-A9DF-4F59-8596-318DA8EBF293}" type="parTrans" cxnId="{C6D478A9-C871-4E76-9BEF-7C82DCBF7B18}">
      <dgm:prSet/>
      <dgm:spPr/>
      <dgm:t>
        <a:bodyPr/>
        <a:lstStyle/>
        <a:p>
          <a:endParaRPr lang="en-US"/>
        </a:p>
      </dgm:t>
    </dgm:pt>
    <dgm:pt modelId="{DF7ECE1E-7597-4D46-9828-02392CFE0021}" type="sibTrans" cxnId="{C6D478A9-C871-4E76-9BEF-7C82DCBF7B18}">
      <dgm:prSet/>
      <dgm:spPr/>
      <dgm:t>
        <a:bodyPr/>
        <a:lstStyle/>
        <a:p>
          <a:endParaRPr lang="en-US"/>
        </a:p>
      </dgm:t>
    </dgm:pt>
    <dgm:pt modelId="{57AC2CE7-9BB7-43A8-B4E7-96E85CE6D23C}" type="pres">
      <dgm:prSet presAssocID="{46AC645C-9A6B-426E-AFA3-9DC133498F15}" presName="outerComposite" presStyleCnt="0">
        <dgm:presLayoutVars>
          <dgm:chMax val="5"/>
          <dgm:dir/>
          <dgm:resizeHandles val="exact"/>
        </dgm:presLayoutVars>
      </dgm:prSet>
      <dgm:spPr/>
    </dgm:pt>
    <dgm:pt modelId="{E20D32F5-D8D3-458B-9DD1-7F66B11836D8}" type="pres">
      <dgm:prSet presAssocID="{46AC645C-9A6B-426E-AFA3-9DC133498F15}" presName="dummyMaxCanvas" presStyleCnt="0">
        <dgm:presLayoutVars/>
      </dgm:prSet>
      <dgm:spPr/>
    </dgm:pt>
    <dgm:pt modelId="{20B4FADA-429E-47AD-8A97-E2FF5AC2675E}" type="pres">
      <dgm:prSet presAssocID="{46AC645C-9A6B-426E-AFA3-9DC133498F15}" presName="FourNodes_1" presStyleLbl="node1" presStyleIdx="0" presStyleCnt="4">
        <dgm:presLayoutVars>
          <dgm:bulletEnabled val="1"/>
        </dgm:presLayoutVars>
      </dgm:prSet>
      <dgm:spPr/>
    </dgm:pt>
    <dgm:pt modelId="{1305F7FE-0F05-4924-9294-2269D809EAC3}" type="pres">
      <dgm:prSet presAssocID="{46AC645C-9A6B-426E-AFA3-9DC133498F15}" presName="FourNodes_2" presStyleLbl="node1" presStyleIdx="1" presStyleCnt="4">
        <dgm:presLayoutVars>
          <dgm:bulletEnabled val="1"/>
        </dgm:presLayoutVars>
      </dgm:prSet>
      <dgm:spPr/>
    </dgm:pt>
    <dgm:pt modelId="{9C647C72-5FB6-4370-8186-BE253C866933}" type="pres">
      <dgm:prSet presAssocID="{46AC645C-9A6B-426E-AFA3-9DC133498F15}" presName="FourNodes_3" presStyleLbl="node1" presStyleIdx="2" presStyleCnt="4">
        <dgm:presLayoutVars>
          <dgm:bulletEnabled val="1"/>
        </dgm:presLayoutVars>
      </dgm:prSet>
      <dgm:spPr/>
    </dgm:pt>
    <dgm:pt modelId="{204AD6D6-8A46-4B35-B811-CAC4262792C2}" type="pres">
      <dgm:prSet presAssocID="{46AC645C-9A6B-426E-AFA3-9DC133498F15}" presName="FourNodes_4" presStyleLbl="node1" presStyleIdx="3" presStyleCnt="4">
        <dgm:presLayoutVars>
          <dgm:bulletEnabled val="1"/>
        </dgm:presLayoutVars>
      </dgm:prSet>
      <dgm:spPr/>
    </dgm:pt>
    <dgm:pt modelId="{ABE786CC-5B65-4649-A62E-838BE6B9D831}" type="pres">
      <dgm:prSet presAssocID="{46AC645C-9A6B-426E-AFA3-9DC133498F15}" presName="FourConn_1-2" presStyleLbl="fgAccFollowNode1" presStyleIdx="0" presStyleCnt="3">
        <dgm:presLayoutVars>
          <dgm:bulletEnabled val="1"/>
        </dgm:presLayoutVars>
      </dgm:prSet>
      <dgm:spPr/>
    </dgm:pt>
    <dgm:pt modelId="{FB78FAB6-0ACD-4F47-A896-141A53055BF2}" type="pres">
      <dgm:prSet presAssocID="{46AC645C-9A6B-426E-AFA3-9DC133498F15}" presName="FourConn_2-3" presStyleLbl="fgAccFollowNode1" presStyleIdx="1" presStyleCnt="3">
        <dgm:presLayoutVars>
          <dgm:bulletEnabled val="1"/>
        </dgm:presLayoutVars>
      </dgm:prSet>
      <dgm:spPr/>
    </dgm:pt>
    <dgm:pt modelId="{2B2412C3-EC73-4063-8DDE-95757ABDDE20}" type="pres">
      <dgm:prSet presAssocID="{46AC645C-9A6B-426E-AFA3-9DC133498F15}" presName="FourConn_3-4" presStyleLbl="fgAccFollowNode1" presStyleIdx="2" presStyleCnt="3">
        <dgm:presLayoutVars>
          <dgm:bulletEnabled val="1"/>
        </dgm:presLayoutVars>
      </dgm:prSet>
      <dgm:spPr/>
    </dgm:pt>
    <dgm:pt modelId="{41EA53A0-4FE9-460A-9864-7A11B8C3C4B9}" type="pres">
      <dgm:prSet presAssocID="{46AC645C-9A6B-426E-AFA3-9DC133498F15}" presName="FourNodes_1_text" presStyleLbl="node1" presStyleIdx="3" presStyleCnt="4">
        <dgm:presLayoutVars>
          <dgm:bulletEnabled val="1"/>
        </dgm:presLayoutVars>
      </dgm:prSet>
      <dgm:spPr/>
    </dgm:pt>
    <dgm:pt modelId="{ABCF6634-22A4-4CA5-8342-F25B24B716AE}" type="pres">
      <dgm:prSet presAssocID="{46AC645C-9A6B-426E-AFA3-9DC133498F15}" presName="FourNodes_2_text" presStyleLbl="node1" presStyleIdx="3" presStyleCnt="4">
        <dgm:presLayoutVars>
          <dgm:bulletEnabled val="1"/>
        </dgm:presLayoutVars>
      </dgm:prSet>
      <dgm:spPr/>
    </dgm:pt>
    <dgm:pt modelId="{BC7AA82D-9F6D-482A-9817-33F65AEA5A86}" type="pres">
      <dgm:prSet presAssocID="{46AC645C-9A6B-426E-AFA3-9DC133498F15}" presName="FourNodes_3_text" presStyleLbl="node1" presStyleIdx="3" presStyleCnt="4">
        <dgm:presLayoutVars>
          <dgm:bulletEnabled val="1"/>
        </dgm:presLayoutVars>
      </dgm:prSet>
      <dgm:spPr/>
    </dgm:pt>
    <dgm:pt modelId="{E6A21BBB-55FF-457B-83BC-90B534690E1D}" type="pres">
      <dgm:prSet presAssocID="{46AC645C-9A6B-426E-AFA3-9DC133498F1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FE20502-1D88-4E72-8F13-44D689D2D374}" type="presOf" srcId="{19415F84-1F0A-48E2-A5DF-7AFF56482C3A}" destId="{41EA53A0-4FE9-460A-9864-7A11B8C3C4B9}" srcOrd="1" destOrd="0" presId="urn:microsoft.com/office/officeart/2005/8/layout/vProcess5"/>
    <dgm:cxn modelId="{3FB38711-8353-424F-B5B4-62B631A5B44C}" type="presOf" srcId="{9C431284-0DCA-4048-8A10-5B97DCE7D0E4}" destId="{204AD6D6-8A46-4B35-B811-CAC4262792C2}" srcOrd="0" destOrd="0" presId="urn:microsoft.com/office/officeart/2005/8/layout/vProcess5"/>
    <dgm:cxn modelId="{83C62718-A732-4508-8E54-F6364D76439B}" type="presOf" srcId="{63028EFD-6883-45F2-A6F4-58A535AEA05B}" destId="{2B2412C3-EC73-4063-8DDE-95757ABDDE20}" srcOrd="0" destOrd="0" presId="urn:microsoft.com/office/officeart/2005/8/layout/vProcess5"/>
    <dgm:cxn modelId="{ABB2A425-5B19-4516-A187-229994D38739}" type="presOf" srcId="{9C431284-0DCA-4048-8A10-5B97DCE7D0E4}" destId="{E6A21BBB-55FF-457B-83BC-90B534690E1D}" srcOrd="1" destOrd="0" presId="urn:microsoft.com/office/officeart/2005/8/layout/vProcess5"/>
    <dgm:cxn modelId="{974EC725-06DB-4E1C-B768-DF9AFCDF711B}" type="presOf" srcId="{09EA13E5-DB87-4CEB-9CA8-57F60F745634}" destId="{9C647C72-5FB6-4370-8186-BE253C866933}" srcOrd="0" destOrd="0" presId="urn:microsoft.com/office/officeart/2005/8/layout/vProcess5"/>
    <dgm:cxn modelId="{A7BEFF2D-E078-46C6-8B57-1D4951219491}" type="presOf" srcId="{91311CB0-6273-4E07-8025-2555ABCF42B3}" destId="{ABCF6634-22A4-4CA5-8342-F25B24B716AE}" srcOrd="1" destOrd="0" presId="urn:microsoft.com/office/officeart/2005/8/layout/vProcess5"/>
    <dgm:cxn modelId="{C6824E41-7B1D-4409-AD46-3174EEB7163F}" type="presOf" srcId="{09EA13E5-DB87-4CEB-9CA8-57F60F745634}" destId="{BC7AA82D-9F6D-482A-9817-33F65AEA5A86}" srcOrd="1" destOrd="0" presId="urn:microsoft.com/office/officeart/2005/8/layout/vProcess5"/>
    <dgm:cxn modelId="{2C85C762-BD43-4D09-A3E4-BBB2312510F0}" type="presOf" srcId="{46AC645C-9A6B-426E-AFA3-9DC133498F15}" destId="{57AC2CE7-9BB7-43A8-B4E7-96E85CE6D23C}" srcOrd="0" destOrd="0" presId="urn:microsoft.com/office/officeart/2005/8/layout/vProcess5"/>
    <dgm:cxn modelId="{CA8F4E52-139D-4D12-9BBE-C71D9FF2A6CB}" type="presOf" srcId="{91311CB0-6273-4E07-8025-2555ABCF42B3}" destId="{1305F7FE-0F05-4924-9294-2269D809EAC3}" srcOrd="0" destOrd="0" presId="urn:microsoft.com/office/officeart/2005/8/layout/vProcess5"/>
    <dgm:cxn modelId="{21F66D89-82BB-45F0-85F0-C596ABF571FB}" srcId="{46AC645C-9A6B-426E-AFA3-9DC133498F15}" destId="{19415F84-1F0A-48E2-A5DF-7AFF56482C3A}" srcOrd="0" destOrd="0" parTransId="{5ED8E54A-E713-4E6E-BBC7-D6FA8BE0CEF2}" sibTransId="{00E48FC2-F35B-493B-BAB4-51EE1C40CB59}"/>
    <dgm:cxn modelId="{FC73B792-DD8B-4E8C-BBF3-D67CB5964063}" type="presOf" srcId="{B7A1E651-84E3-4D57-9CD6-DC9BB6FCAB1A}" destId="{FB78FAB6-0ACD-4F47-A896-141A53055BF2}" srcOrd="0" destOrd="0" presId="urn:microsoft.com/office/officeart/2005/8/layout/vProcess5"/>
    <dgm:cxn modelId="{69FDD492-3C79-4E5C-A75F-547521FB4C26}" srcId="{46AC645C-9A6B-426E-AFA3-9DC133498F15}" destId="{09EA13E5-DB87-4CEB-9CA8-57F60F745634}" srcOrd="2" destOrd="0" parTransId="{0CF6346B-721E-4F80-997E-508CACD145EF}" sibTransId="{63028EFD-6883-45F2-A6F4-58A535AEA05B}"/>
    <dgm:cxn modelId="{C6D478A9-C871-4E76-9BEF-7C82DCBF7B18}" srcId="{46AC645C-9A6B-426E-AFA3-9DC133498F15}" destId="{9C431284-0DCA-4048-8A10-5B97DCE7D0E4}" srcOrd="3" destOrd="0" parTransId="{5B3FB3A8-A9DF-4F59-8596-318DA8EBF293}" sibTransId="{DF7ECE1E-7597-4D46-9828-02392CFE0021}"/>
    <dgm:cxn modelId="{28E7DBC2-7D7F-4234-8B57-40DE55E4E1C7}" type="presOf" srcId="{00E48FC2-F35B-493B-BAB4-51EE1C40CB59}" destId="{ABE786CC-5B65-4649-A62E-838BE6B9D831}" srcOrd="0" destOrd="0" presId="urn:microsoft.com/office/officeart/2005/8/layout/vProcess5"/>
    <dgm:cxn modelId="{5817BBD1-BFEC-4255-8F63-0C977352AB1A}" srcId="{46AC645C-9A6B-426E-AFA3-9DC133498F15}" destId="{91311CB0-6273-4E07-8025-2555ABCF42B3}" srcOrd="1" destOrd="0" parTransId="{7B151DA2-97C9-4E8B-9555-33C40B65091A}" sibTransId="{B7A1E651-84E3-4D57-9CD6-DC9BB6FCAB1A}"/>
    <dgm:cxn modelId="{0A393BE4-3399-4AB7-B59F-AA712C21F266}" type="presOf" srcId="{19415F84-1F0A-48E2-A5DF-7AFF56482C3A}" destId="{20B4FADA-429E-47AD-8A97-E2FF5AC2675E}" srcOrd="0" destOrd="0" presId="urn:microsoft.com/office/officeart/2005/8/layout/vProcess5"/>
    <dgm:cxn modelId="{8D10B6FB-0D5E-4166-B836-72E2DFBE6534}" type="presParOf" srcId="{57AC2CE7-9BB7-43A8-B4E7-96E85CE6D23C}" destId="{E20D32F5-D8D3-458B-9DD1-7F66B11836D8}" srcOrd="0" destOrd="0" presId="urn:microsoft.com/office/officeart/2005/8/layout/vProcess5"/>
    <dgm:cxn modelId="{A105C7D1-DCD2-4140-BD20-609996061C7A}" type="presParOf" srcId="{57AC2CE7-9BB7-43A8-B4E7-96E85CE6D23C}" destId="{20B4FADA-429E-47AD-8A97-E2FF5AC2675E}" srcOrd="1" destOrd="0" presId="urn:microsoft.com/office/officeart/2005/8/layout/vProcess5"/>
    <dgm:cxn modelId="{E48AFDFF-57F9-464E-AF9C-0C357718ED38}" type="presParOf" srcId="{57AC2CE7-9BB7-43A8-B4E7-96E85CE6D23C}" destId="{1305F7FE-0F05-4924-9294-2269D809EAC3}" srcOrd="2" destOrd="0" presId="urn:microsoft.com/office/officeart/2005/8/layout/vProcess5"/>
    <dgm:cxn modelId="{8BC4B148-DEA1-448E-A41C-38AD110A268F}" type="presParOf" srcId="{57AC2CE7-9BB7-43A8-B4E7-96E85CE6D23C}" destId="{9C647C72-5FB6-4370-8186-BE253C866933}" srcOrd="3" destOrd="0" presId="urn:microsoft.com/office/officeart/2005/8/layout/vProcess5"/>
    <dgm:cxn modelId="{851D37A2-E7DE-428B-81C0-5BCAEAF907F3}" type="presParOf" srcId="{57AC2CE7-9BB7-43A8-B4E7-96E85CE6D23C}" destId="{204AD6D6-8A46-4B35-B811-CAC4262792C2}" srcOrd="4" destOrd="0" presId="urn:microsoft.com/office/officeart/2005/8/layout/vProcess5"/>
    <dgm:cxn modelId="{073A5892-8BA4-450B-89E1-3BFEA4083B1B}" type="presParOf" srcId="{57AC2CE7-9BB7-43A8-B4E7-96E85CE6D23C}" destId="{ABE786CC-5B65-4649-A62E-838BE6B9D831}" srcOrd="5" destOrd="0" presId="urn:microsoft.com/office/officeart/2005/8/layout/vProcess5"/>
    <dgm:cxn modelId="{59374092-3480-4B44-BDF0-E4A93ECA59EB}" type="presParOf" srcId="{57AC2CE7-9BB7-43A8-B4E7-96E85CE6D23C}" destId="{FB78FAB6-0ACD-4F47-A896-141A53055BF2}" srcOrd="6" destOrd="0" presId="urn:microsoft.com/office/officeart/2005/8/layout/vProcess5"/>
    <dgm:cxn modelId="{4CED57C4-AAF9-4264-B4EC-D867F4E83BE3}" type="presParOf" srcId="{57AC2CE7-9BB7-43A8-B4E7-96E85CE6D23C}" destId="{2B2412C3-EC73-4063-8DDE-95757ABDDE20}" srcOrd="7" destOrd="0" presId="urn:microsoft.com/office/officeart/2005/8/layout/vProcess5"/>
    <dgm:cxn modelId="{A9CBCB63-80A6-4779-AA31-785452263673}" type="presParOf" srcId="{57AC2CE7-9BB7-43A8-B4E7-96E85CE6D23C}" destId="{41EA53A0-4FE9-460A-9864-7A11B8C3C4B9}" srcOrd="8" destOrd="0" presId="urn:microsoft.com/office/officeart/2005/8/layout/vProcess5"/>
    <dgm:cxn modelId="{08D712F1-495C-4B48-A9A9-489587A81DB2}" type="presParOf" srcId="{57AC2CE7-9BB7-43A8-B4E7-96E85CE6D23C}" destId="{ABCF6634-22A4-4CA5-8342-F25B24B716AE}" srcOrd="9" destOrd="0" presId="urn:microsoft.com/office/officeart/2005/8/layout/vProcess5"/>
    <dgm:cxn modelId="{6BFB2480-0FD8-4029-8A66-A6DC32F81A58}" type="presParOf" srcId="{57AC2CE7-9BB7-43A8-B4E7-96E85CE6D23C}" destId="{BC7AA82D-9F6D-482A-9817-33F65AEA5A86}" srcOrd="10" destOrd="0" presId="urn:microsoft.com/office/officeart/2005/8/layout/vProcess5"/>
    <dgm:cxn modelId="{8E8D0688-28B8-4E67-94CE-07F803961C85}" type="presParOf" srcId="{57AC2CE7-9BB7-43A8-B4E7-96E85CE6D23C}" destId="{E6A21BBB-55FF-457B-83BC-90B534690E1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C3E75D-8C10-4251-8825-F98FAFC779F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6E115F-DE17-440C-B8F9-B598D2EA9F47}">
      <dgm:prSet/>
      <dgm:spPr/>
      <dgm:t>
        <a:bodyPr/>
        <a:lstStyle/>
        <a:p>
          <a:r>
            <a:rPr lang="en-US"/>
            <a:t>- Go to analytics.google.com</a:t>
          </a:r>
        </a:p>
      </dgm:t>
    </dgm:pt>
    <dgm:pt modelId="{F65396C1-1A54-45CC-9BA9-AA255EC3B500}" type="parTrans" cxnId="{35B9154D-1DD1-4A30-ABDA-84B0822DFF5F}">
      <dgm:prSet/>
      <dgm:spPr/>
      <dgm:t>
        <a:bodyPr/>
        <a:lstStyle/>
        <a:p>
          <a:endParaRPr lang="en-US"/>
        </a:p>
      </dgm:t>
    </dgm:pt>
    <dgm:pt modelId="{DB036E57-5638-4645-A8C5-8A9F5E52AD6F}" type="sibTrans" cxnId="{35B9154D-1DD1-4A30-ABDA-84B0822DFF5F}">
      <dgm:prSet/>
      <dgm:spPr/>
      <dgm:t>
        <a:bodyPr/>
        <a:lstStyle/>
        <a:p>
          <a:endParaRPr lang="en-US"/>
        </a:p>
      </dgm:t>
    </dgm:pt>
    <dgm:pt modelId="{31A0AA63-3B8A-4A20-9391-2B9F9E8F5E84}">
      <dgm:prSet/>
      <dgm:spPr/>
      <dgm:t>
        <a:bodyPr/>
        <a:lstStyle/>
        <a:p>
          <a:r>
            <a:rPr lang="en-US" dirty="0"/>
            <a:t>- Create a new “property”</a:t>
          </a:r>
        </a:p>
      </dgm:t>
    </dgm:pt>
    <dgm:pt modelId="{6600173A-509C-4D4E-983A-A040BDD66468}" type="parTrans" cxnId="{30BFA652-FAD0-4541-A3B0-2F6D557C07DB}">
      <dgm:prSet/>
      <dgm:spPr/>
      <dgm:t>
        <a:bodyPr/>
        <a:lstStyle/>
        <a:p>
          <a:endParaRPr lang="en-US"/>
        </a:p>
      </dgm:t>
    </dgm:pt>
    <dgm:pt modelId="{D87EACB9-24F9-4F9B-AB79-16DB8391D399}" type="sibTrans" cxnId="{30BFA652-FAD0-4541-A3B0-2F6D557C07DB}">
      <dgm:prSet/>
      <dgm:spPr/>
      <dgm:t>
        <a:bodyPr/>
        <a:lstStyle/>
        <a:p>
          <a:endParaRPr lang="en-US"/>
        </a:p>
      </dgm:t>
    </dgm:pt>
    <dgm:pt modelId="{C131D8C3-DACA-41DD-A419-3A9C6EA044B1}">
      <dgm:prSet/>
      <dgm:spPr/>
      <dgm:t>
        <a:bodyPr/>
        <a:lstStyle/>
        <a:p>
          <a:r>
            <a:rPr lang="en-US" dirty="0"/>
            <a:t>- Set up a Web stream using button</a:t>
          </a:r>
        </a:p>
      </dgm:t>
    </dgm:pt>
    <dgm:pt modelId="{B0CB6130-A6BA-4DF0-BA73-B064237D473F}" type="parTrans" cxnId="{00BD8FB3-27CD-4F63-BEF9-7AB91A41C2CF}">
      <dgm:prSet/>
      <dgm:spPr/>
      <dgm:t>
        <a:bodyPr/>
        <a:lstStyle/>
        <a:p>
          <a:endParaRPr lang="en-US"/>
        </a:p>
      </dgm:t>
    </dgm:pt>
    <dgm:pt modelId="{D2FF14F3-EA3A-4FDA-BC23-B616EC6CC4E0}" type="sibTrans" cxnId="{00BD8FB3-27CD-4F63-BEF9-7AB91A41C2CF}">
      <dgm:prSet/>
      <dgm:spPr/>
      <dgm:t>
        <a:bodyPr/>
        <a:lstStyle/>
        <a:p>
          <a:endParaRPr lang="en-US"/>
        </a:p>
      </dgm:t>
    </dgm:pt>
    <dgm:pt modelId="{7FC0F997-13A0-4214-BFD7-0C825C1433AA}">
      <dgm:prSet/>
      <dgm:spPr/>
      <dgm:t>
        <a:bodyPr/>
        <a:lstStyle/>
        <a:p>
          <a:r>
            <a:rPr lang="en-US" dirty="0"/>
            <a:t>- Copy your Measurement ID (e.g., G-XXXXXXXXXX) and script</a:t>
          </a:r>
        </a:p>
      </dgm:t>
    </dgm:pt>
    <dgm:pt modelId="{39FF99BC-6781-4FD2-87DE-C4DCE7271763}" type="parTrans" cxnId="{1D2D96B0-F9B8-4CA5-B8C8-8D777EB6A1B7}">
      <dgm:prSet/>
      <dgm:spPr/>
      <dgm:t>
        <a:bodyPr/>
        <a:lstStyle/>
        <a:p>
          <a:endParaRPr lang="en-US"/>
        </a:p>
      </dgm:t>
    </dgm:pt>
    <dgm:pt modelId="{F8C185FC-F3FF-4CFB-B3F7-A9CEACCC2809}" type="sibTrans" cxnId="{1D2D96B0-F9B8-4CA5-B8C8-8D777EB6A1B7}">
      <dgm:prSet/>
      <dgm:spPr/>
      <dgm:t>
        <a:bodyPr/>
        <a:lstStyle/>
        <a:p>
          <a:endParaRPr lang="en-US"/>
        </a:p>
      </dgm:t>
    </dgm:pt>
    <dgm:pt modelId="{E1192D0C-5F6A-41BC-8F77-2C63BB694DD9}" type="pres">
      <dgm:prSet presAssocID="{D3C3E75D-8C10-4251-8825-F98FAFC779F8}" presName="root" presStyleCnt="0">
        <dgm:presLayoutVars>
          <dgm:dir/>
          <dgm:resizeHandles val="exact"/>
        </dgm:presLayoutVars>
      </dgm:prSet>
      <dgm:spPr/>
    </dgm:pt>
    <dgm:pt modelId="{7E1718D6-8D32-4B9E-84C4-91C9FA67F208}" type="pres">
      <dgm:prSet presAssocID="{D46E115F-DE17-440C-B8F9-B598D2EA9F47}" presName="compNode" presStyleCnt="0"/>
      <dgm:spPr/>
    </dgm:pt>
    <dgm:pt modelId="{C54E6D1E-F0DF-49C0-A36B-EE84B86E3FBB}" type="pres">
      <dgm:prSet presAssocID="{D46E115F-DE17-440C-B8F9-B598D2EA9F47}" presName="bgRect" presStyleLbl="bgShp" presStyleIdx="0" presStyleCnt="4"/>
      <dgm:spPr/>
    </dgm:pt>
    <dgm:pt modelId="{6D09418B-9E4B-47FD-9359-6C880C28AB9E}" type="pres">
      <dgm:prSet presAssocID="{D46E115F-DE17-440C-B8F9-B598D2EA9F4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65B0E7DA-087F-4B15-898B-BD122132D5FE}" type="pres">
      <dgm:prSet presAssocID="{D46E115F-DE17-440C-B8F9-B598D2EA9F47}" presName="spaceRect" presStyleCnt="0"/>
      <dgm:spPr/>
    </dgm:pt>
    <dgm:pt modelId="{5AF9CE2C-D725-4F1F-8B8C-11113C08FC8A}" type="pres">
      <dgm:prSet presAssocID="{D46E115F-DE17-440C-B8F9-B598D2EA9F47}" presName="parTx" presStyleLbl="revTx" presStyleIdx="0" presStyleCnt="4">
        <dgm:presLayoutVars>
          <dgm:chMax val="0"/>
          <dgm:chPref val="0"/>
        </dgm:presLayoutVars>
      </dgm:prSet>
      <dgm:spPr/>
    </dgm:pt>
    <dgm:pt modelId="{D5273C4B-4075-457E-A5F8-EDAA2531FE99}" type="pres">
      <dgm:prSet presAssocID="{DB036E57-5638-4645-A8C5-8A9F5E52AD6F}" presName="sibTrans" presStyleCnt="0"/>
      <dgm:spPr/>
    </dgm:pt>
    <dgm:pt modelId="{BB323B61-FBD6-4713-9F60-6F339B797AC4}" type="pres">
      <dgm:prSet presAssocID="{31A0AA63-3B8A-4A20-9391-2B9F9E8F5E84}" presName="compNode" presStyleCnt="0"/>
      <dgm:spPr/>
    </dgm:pt>
    <dgm:pt modelId="{6D22A49A-9861-4C98-8303-73D3F98BFCF5}" type="pres">
      <dgm:prSet presAssocID="{31A0AA63-3B8A-4A20-9391-2B9F9E8F5E84}" presName="bgRect" presStyleLbl="bgShp" presStyleIdx="1" presStyleCnt="4"/>
      <dgm:spPr/>
    </dgm:pt>
    <dgm:pt modelId="{7C1B1640-AA44-4952-B192-981303CD8135}" type="pres">
      <dgm:prSet presAssocID="{31A0AA63-3B8A-4A20-9391-2B9F9E8F5E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25598178-D211-444B-BECD-CC93FCCC3249}" type="pres">
      <dgm:prSet presAssocID="{31A0AA63-3B8A-4A20-9391-2B9F9E8F5E84}" presName="spaceRect" presStyleCnt="0"/>
      <dgm:spPr/>
    </dgm:pt>
    <dgm:pt modelId="{32CB447A-EFE1-4B4A-AECA-E70AA7093501}" type="pres">
      <dgm:prSet presAssocID="{31A0AA63-3B8A-4A20-9391-2B9F9E8F5E84}" presName="parTx" presStyleLbl="revTx" presStyleIdx="1" presStyleCnt="4">
        <dgm:presLayoutVars>
          <dgm:chMax val="0"/>
          <dgm:chPref val="0"/>
        </dgm:presLayoutVars>
      </dgm:prSet>
      <dgm:spPr/>
    </dgm:pt>
    <dgm:pt modelId="{390D4882-2899-4B25-AF25-A53766853F01}" type="pres">
      <dgm:prSet presAssocID="{D87EACB9-24F9-4F9B-AB79-16DB8391D399}" presName="sibTrans" presStyleCnt="0"/>
      <dgm:spPr/>
    </dgm:pt>
    <dgm:pt modelId="{BD408A69-DE57-44B1-A735-C4EC47BBE5CE}" type="pres">
      <dgm:prSet presAssocID="{C131D8C3-DACA-41DD-A419-3A9C6EA044B1}" presName="compNode" presStyleCnt="0"/>
      <dgm:spPr/>
    </dgm:pt>
    <dgm:pt modelId="{480FEE0F-5543-4759-B9A2-5ACB6742A062}" type="pres">
      <dgm:prSet presAssocID="{C131D8C3-DACA-41DD-A419-3A9C6EA044B1}" presName="bgRect" presStyleLbl="bgShp" presStyleIdx="2" presStyleCnt="4"/>
      <dgm:spPr/>
    </dgm:pt>
    <dgm:pt modelId="{AB5AB819-8523-4FAC-8C15-09DB49C0F761}" type="pres">
      <dgm:prSet presAssocID="{C131D8C3-DACA-41DD-A419-3A9C6EA044B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51E3A518-D835-468C-8840-07C0680547E0}" type="pres">
      <dgm:prSet presAssocID="{C131D8C3-DACA-41DD-A419-3A9C6EA044B1}" presName="spaceRect" presStyleCnt="0"/>
      <dgm:spPr/>
    </dgm:pt>
    <dgm:pt modelId="{E4073894-944A-418D-BC6F-5EC79533070B}" type="pres">
      <dgm:prSet presAssocID="{C131D8C3-DACA-41DD-A419-3A9C6EA044B1}" presName="parTx" presStyleLbl="revTx" presStyleIdx="2" presStyleCnt="4">
        <dgm:presLayoutVars>
          <dgm:chMax val="0"/>
          <dgm:chPref val="0"/>
        </dgm:presLayoutVars>
      </dgm:prSet>
      <dgm:spPr/>
    </dgm:pt>
    <dgm:pt modelId="{D9D3EC5F-97E6-484D-A68C-FA3E97EAF860}" type="pres">
      <dgm:prSet presAssocID="{D2FF14F3-EA3A-4FDA-BC23-B616EC6CC4E0}" presName="sibTrans" presStyleCnt="0"/>
      <dgm:spPr/>
    </dgm:pt>
    <dgm:pt modelId="{73861B08-E71C-417B-ACD5-A88F84331F1B}" type="pres">
      <dgm:prSet presAssocID="{7FC0F997-13A0-4214-BFD7-0C825C1433AA}" presName="compNode" presStyleCnt="0"/>
      <dgm:spPr/>
    </dgm:pt>
    <dgm:pt modelId="{EF8BE09D-2FB0-4BEF-BFEF-6454D23BEFE6}" type="pres">
      <dgm:prSet presAssocID="{7FC0F997-13A0-4214-BFD7-0C825C1433AA}" presName="bgRect" presStyleLbl="bgShp" presStyleIdx="3" presStyleCnt="4"/>
      <dgm:spPr/>
    </dgm:pt>
    <dgm:pt modelId="{44C2E051-6E83-4CAA-AC76-EC4BE3270688}" type="pres">
      <dgm:prSet presAssocID="{7FC0F997-13A0-4214-BFD7-0C825C1433A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33741D7F-7D10-46C6-8525-B3289927CEC3}" type="pres">
      <dgm:prSet presAssocID="{7FC0F997-13A0-4214-BFD7-0C825C1433AA}" presName="spaceRect" presStyleCnt="0"/>
      <dgm:spPr/>
    </dgm:pt>
    <dgm:pt modelId="{3193B298-F67D-4311-AC58-D207632ABF55}" type="pres">
      <dgm:prSet presAssocID="{7FC0F997-13A0-4214-BFD7-0C825C1433A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BCAFD02-BA04-42E0-8745-CFAFD838CBCA}" type="presOf" srcId="{7FC0F997-13A0-4214-BFD7-0C825C1433AA}" destId="{3193B298-F67D-4311-AC58-D207632ABF55}" srcOrd="0" destOrd="0" presId="urn:microsoft.com/office/officeart/2018/2/layout/IconVerticalSolidList"/>
    <dgm:cxn modelId="{994DA507-6332-4C7E-AB62-3617A3482287}" type="presOf" srcId="{C131D8C3-DACA-41DD-A419-3A9C6EA044B1}" destId="{E4073894-944A-418D-BC6F-5EC79533070B}" srcOrd="0" destOrd="0" presId="urn:microsoft.com/office/officeart/2018/2/layout/IconVerticalSolidList"/>
    <dgm:cxn modelId="{35B9154D-1DD1-4A30-ABDA-84B0822DFF5F}" srcId="{D3C3E75D-8C10-4251-8825-F98FAFC779F8}" destId="{D46E115F-DE17-440C-B8F9-B598D2EA9F47}" srcOrd="0" destOrd="0" parTransId="{F65396C1-1A54-45CC-9BA9-AA255EC3B500}" sibTransId="{DB036E57-5638-4645-A8C5-8A9F5E52AD6F}"/>
    <dgm:cxn modelId="{30BFA652-FAD0-4541-A3B0-2F6D557C07DB}" srcId="{D3C3E75D-8C10-4251-8825-F98FAFC779F8}" destId="{31A0AA63-3B8A-4A20-9391-2B9F9E8F5E84}" srcOrd="1" destOrd="0" parTransId="{6600173A-509C-4D4E-983A-A040BDD66468}" sibTransId="{D87EACB9-24F9-4F9B-AB79-16DB8391D399}"/>
    <dgm:cxn modelId="{E13F237C-0BA3-4986-BA01-B5B243BE369F}" type="presOf" srcId="{D46E115F-DE17-440C-B8F9-B598D2EA9F47}" destId="{5AF9CE2C-D725-4F1F-8B8C-11113C08FC8A}" srcOrd="0" destOrd="0" presId="urn:microsoft.com/office/officeart/2018/2/layout/IconVerticalSolidList"/>
    <dgm:cxn modelId="{1D2D96B0-F9B8-4CA5-B8C8-8D777EB6A1B7}" srcId="{D3C3E75D-8C10-4251-8825-F98FAFC779F8}" destId="{7FC0F997-13A0-4214-BFD7-0C825C1433AA}" srcOrd="3" destOrd="0" parTransId="{39FF99BC-6781-4FD2-87DE-C4DCE7271763}" sibTransId="{F8C185FC-F3FF-4CFB-B3F7-A9CEACCC2809}"/>
    <dgm:cxn modelId="{00BD8FB3-27CD-4F63-BEF9-7AB91A41C2CF}" srcId="{D3C3E75D-8C10-4251-8825-F98FAFC779F8}" destId="{C131D8C3-DACA-41DD-A419-3A9C6EA044B1}" srcOrd="2" destOrd="0" parTransId="{B0CB6130-A6BA-4DF0-BA73-B064237D473F}" sibTransId="{D2FF14F3-EA3A-4FDA-BC23-B616EC6CC4E0}"/>
    <dgm:cxn modelId="{4C9FB1B8-A017-4749-BE8B-A85F4D660524}" type="presOf" srcId="{31A0AA63-3B8A-4A20-9391-2B9F9E8F5E84}" destId="{32CB447A-EFE1-4B4A-AECA-E70AA7093501}" srcOrd="0" destOrd="0" presId="urn:microsoft.com/office/officeart/2018/2/layout/IconVerticalSolidList"/>
    <dgm:cxn modelId="{4B3FAFE4-677C-4AC4-ADA8-F4792881A8C8}" type="presOf" srcId="{D3C3E75D-8C10-4251-8825-F98FAFC779F8}" destId="{E1192D0C-5F6A-41BC-8F77-2C63BB694DD9}" srcOrd="0" destOrd="0" presId="urn:microsoft.com/office/officeart/2018/2/layout/IconVerticalSolidList"/>
    <dgm:cxn modelId="{494D52EE-7657-4926-AF38-B9388EDC8AF9}" type="presParOf" srcId="{E1192D0C-5F6A-41BC-8F77-2C63BB694DD9}" destId="{7E1718D6-8D32-4B9E-84C4-91C9FA67F208}" srcOrd="0" destOrd="0" presId="urn:microsoft.com/office/officeart/2018/2/layout/IconVerticalSolidList"/>
    <dgm:cxn modelId="{704C1567-F9CD-4476-9138-3F7DFCB35F7F}" type="presParOf" srcId="{7E1718D6-8D32-4B9E-84C4-91C9FA67F208}" destId="{C54E6D1E-F0DF-49C0-A36B-EE84B86E3FBB}" srcOrd="0" destOrd="0" presId="urn:microsoft.com/office/officeart/2018/2/layout/IconVerticalSolidList"/>
    <dgm:cxn modelId="{3C51F3A9-1624-45AC-BB2A-631D3280188F}" type="presParOf" srcId="{7E1718D6-8D32-4B9E-84C4-91C9FA67F208}" destId="{6D09418B-9E4B-47FD-9359-6C880C28AB9E}" srcOrd="1" destOrd="0" presId="urn:microsoft.com/office/officeart/2018/2/layout/IconVerticalSolidList"/>
    <dgm:cxn modelId="{5AA14E1C-07D1-4120-A739-1BEF1D66899F}" type="presParOf" srcId="{7E1718D6-8D32-4B9E-84C4-91C9FA67F208}" destId="{65B0E7DA-087F-4B15-898B-BD122132D5FE}" srcOrd="2" destOrd="0" presId="urn:microsoft.com/office/officeart/2018/2/layout/IconVerticalSolidList"/>
    <dgm:cxn modelId="{B30261E1-25FA-453C-8187-A5216F479257}" type="presParOf" srcId="{7E1718D6-8D32-4B9E-84C4-91C9FA67F208}" destId="{5AF9CE2C-D725-4F1F-8B8C-11113C08FC8A}" srcOrd="3" destOrd="0" presId="urn:microsoft.com/office/officeart/2018/2/layout/IconVerticalSolidList"/>
    <dgm:cxn modelId="{3CD7DEB9-09F5-4AF5-BE0C-73F9F81F684E}" type="presParOf" srcId="{E1192D0C-5F6A-41BC-8F77-2C63BB694DD9}" destId="{D5273C4B-4075-457E-A5F8-EDAA2531FE99}" srcOrd="1" destOrd="0" presId="urn:microsoft.com/office/officeart/2018/2/layout/IconVerticalSolidList"/>
    <dgm:cxn modelId="{5278AB14-81D0-480C-9062-3B2D3DB31C3D}" type="presParOf" srcId="{E1192D0C-5F6A-41BC-8F77-2C63BB694DD9}" destId="{BB323B61-FBD6-4713-9F60-6F339B797AC4}" srcOrd="2" destOrd="0" presId="urn:microsoft.com/office/officeart/2018/2/layout/IconVerticalSolidList"/>
    <dgm:cxn modelId="{B2718828-4083-48D1-A72A-80EE81B8FE66}" type="presParOf" srcId="{BB323B61-FBD6-4713-9F60-6F339B797AC4}" destId="{6D22A49A-9861-4C98-8303-73D3F98BFCF5}" srcOrd="0" destOrd="0" presId="urn:microsoft.com/office/officeart/2018/2/layout/IconVerticalSolidList"/>
    <dgm:cxn modelId="{616477B9-A2E8-4C81-BF74-7DE47230C2EC}" type="presParOf" srcId="{BB323B61-FBD6-4713-9F60-6F339B797AC4}" destId="{7C1B1640-AA44-4952-B192-981303CD8135}" srcOrd="1" destOrd="0" presId="urn:microsoft.com/office/officeart/2018/2/layout/IconVerticalSolidList"/>
    <dgm:cxn modelId="{469718EA-DAA9-4E5A-BE02-3762E65B1CC1}" type="presParOf" srcId="{BB323B61-FBD6-4713-9F60-6F339B797AC4}" destId="{25598178-D211-444B-BECD-CC93FCCC3249}" srcOrd="2" destOrd="0" presId="urn:microsoft.com/office/officeart/2018/2/layout/IconVerticalSolidList"/>
    <dgm:cxn modelId="{0A4C3732-FBC9-4EF4-8093-4BFB136679EC}" type="presParOf" srcId="{BB323B61-FBD6-4713-9F60-6F339B797AC4}" destId="{32CB447A-EFE1-4B4A-AECA-E70AA7093501}" srcOrd="3" destOrd="0" presId="urn:microsoft.com/office/officeart/2018/2/layout/IconVerticalSolidList"/>
    <dgm:cxn modelId="{A21CE02F-AF50-4081-B8BD-10EF842F9299}" type="presParOf" srcId="{E1192D0C-5F6A-41BC-8F77-2C63BB694DD9}" destId="{390D4882-2899-4B25-AF25-A53766853F01}" srcOrd="3" destOrd="0" presId="urn:microsoft.com/office/officeart/2018/2/layout/IconVerticalSolidList"/>
    <dgm:cxn modelId="{C1F410C1-F592-4718-A7A7-50735DBD946D}" type="presParOf" srcId="{E1192D0C-5F6A-41BC-8F77-2C63BB694DD9}" destId="{BD408A69-DE57-44B1-A735-C4EC47BBE5CE}" srcOrd="4" destOrd="0" presId="urn:microsoft.com/office/officeart/2018/2/layout/IconVerticalSolidList"/>
    <dgm:cxn modelId="{B3A10006-7D7B-4093-9E03-51288690A4CE}" type="presParOf" srcId="{BD408A69-DE57-44B1-A735-C4EC47BBE5CE}" destId="{480FEE0F-5543-4759-B9A2-5ACB6742A062}" srcOrd="0" destOrd="0" presId="urn:microsoft.com/office/officeart/2018/2/layout/IconVerticalSolidList"/>
    <dgm:cxn modelId="{400F8E87-6FE2-4A1A-9788-F27C2D571984}" type="presParOf" srcId="{BD408A69-DE57-44B1-A735-C4EC47BBE5CE}" destId="{AB5AB819-8523-4FAC-8C15-09DB49C0F761}" srcOrd="1" destOrd="0" presId="urn:microsoft.com/office/officeart/2018/2/layout/IconVerticalSolidList"/>
    <dgm:cxn modelId="{23ADC380-4058-458E-9CD1-0C09BD99486A}" type="presParOf" srcId="{BD408A69-DE57-44B1-A735-C4EC47BBE5CE}" destId="{51E3A518-D835-468C-8840-07C0680547E0}" srcOrd="2" destOrd="0" presId="urn:microsoft.com/office/officeart/2018/2/layout/IconVerticalSolidList"/>
    <dgm:cxn modelId="{AA8030B0-1C60-4F2E-9D42-CB239FD0EB25}" type="presParOf" srcId="{BD408A69-DE57-44B1-A735-C4EC47BBE5CE}" destId="{E4073894-944A-418D-BC6F-5EC79533070B}" srcOrd="3" destOrd="0" presId="urn:microsoft.com/office/officeart/2018/2/layout/IconVerticalSolidList"/>
    <dgm:cxn modelId="{08CF75DC-723A-4450-92B9-0011D73879AB}" type="presParOf" srcId="{E1192D0C-5F6A-41BC-8F77-2C63BB694DD9}" destId="{D9D3EC5F-97E6-484D-A68C-FA3E97EAF860}" srcOrd="5" destOrd="0" presId="urn:microsoft.com/office/officeart/2018/2/layout/IconVerticalSolidList"/>
    <dgm:cxn modelId="{8486C18E-768B-4DA9-8CA1-821AF80B9CBD}" type="presParOf" srcId="{E1192D0C-5F6A-41BC-8F77-2C63BB694DD9}" destId="{73861B08-E71C-417B-ACD5-A88F84331F1B}" srcOrd="6" destOrd="0" presId="urn:microsoft.com/office/officeart/2018/2/layout/IconVerticalSolidList"/>
    <dgm:cxn modelId="{C953DFF7-FF56-464A-BDD3-42239463E151}" type="presParOf" srcId="{73861B08-E71C-417B-ACD5-A88F84331F1B}" destId="{EF8BE09D-2FB0-4BEF-BFEF-6454D23BEFE6}" srcOrd="0" destOrd="0" presId="urn:microsoft.com/office/officeart/2018/2/layout/IconVerticalSolidList"/>
    <dgm:cxn modelId="{E376D009-80F9-4767-8E00-BE85FBFEF39F}" type="presParOf" srcId="{73861B08-E71C-417B-ACD5-A88F84331F1B}" destId="{44C2E051-6E83-4CAA-AC76-EC4BE3270688}" srcOrd="1" destOrd="0" presId="urn:microsoft.com/office/officeart/2018/2/layout/IconVerticalSolidList"/>
    <dgm:cxn modelId="{1C0F6E18-685C-4F9C-9AE1-9305BCED668A}" type="presParOf" srcId="{73861B08-E71C-417B-ACD5-A88F84331F1B}" destId="{33741D7F-7D10-46C6-8525-B3289927CEC3}" srcOrd="2" destOrd="0" presId="urn:microsoft.com/office/officeart/2018/2/layout/IconVerticalSolidList"/>
    <dgm:cxn modelId="{5359B896-5805-4477-8652-F1F6229F56FA}" type="presParOf" srcId="{73861B08-E71C-417B-ACD5-A88F84331F1B}" destId="{3193B298-F67D-4311-AC58-D207632ABF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090B10-DF29-4A7E-A3DA-4765A7753B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1F80761-9BD4-46B2-B1C4-548F40F8B3E7}">
      <dgm:prSet/>
      <dgm:spPr/>
      <dgm:t>
        <a:bodyPr/>
        <a:lstStyle/>
        <a:p>
          <a:r>
            <a:rPr lang="en-US"/>
            <a:t>- Create a file named `analytics.html`</a:t>
          </a:r>
        </a:p>
      </dgm:t>
    </dgm:pt>
    <dgm:pt modelId="{F52D3481-39CF-4729-BA42-D831633820B1}" type="parTrans" cxnId="{0F200BF5-76C5-439A-AFA0-FB3468BDDAB3}">
      <dgm:prSet/>
      <dgm:spPr/>
      <dgm:t>
        <a:bodyPr/>
        <a:lstStyle/>
        <a:p>
          <a:endParaRPr lang="en-US"/>
        </a:p>
      </dgm:t>
    </dgm:pt>
    <dgm:pt modelId="{DBFD7F3E-ADBA-4DE7-A6AA-EA9EB36178FF}" type="sibTrans" cxnId="{0F200BF5-76C5-439A-AFA0-FB3468BDDAB3}">
      <dgm:prSet/>
      <dgm:spPr/>
      <dgm:t>
        <a:bodyPr/>
        <a:lstStyle/>
        <a:p>
          <a:endParaRPr lang="en-US"/>
        </a:p>
      </dgm:t>
    </dgm:pt>
    <dgm:pt modelId="{C5D827A5-D11E-44B3-9F1F-E22D1752D339}">
      <dgm:prSet/>
      <dgm:spPr/>
      <dgm:t>
        <a:bodyPr/>
        <a:lstStyle/>
        <a:p>
          <a:r>
            <a:rPr lang="en-US"/>
            <a:t>- Paste the GA tracking script from Google</a:t>
          </a:r>
        </a:p>
      </dgm:t>
    </dgm:pt>
    <dgm:pt modelId="{A349384A-D642-4969-94A7-74F02F3F7893}" type="parTrans" cxnId="{7DC2DD3A-5461-4DE6-A4CA-F9D7A4710079}">
      <dgm:prSet/>
      <dgm:spPr/>
      <dgm:t>
        <a:bodyPr/>
        <a:lstStyle/>
        <a:p>
          <a:endParaRPr lang="en-US"/>
        </a:p>
      </dgm:t>
    </dgm:pt>
    <dgm:pt modelId="{9625B806-362F-4294-99B3-D8D554782100}" type="sibTrans" cxnId="{7DC2DD3A-5461-4DE6-A4CA-F9D7A4710079}">
      <dgm:prSet/>
      <dgm:spPr/>
      <dgm:t>
        <a:bodyPr/>
        <a:lstStyle/>
        <a:p>
          <a:endParaRPr lang="en-US"/>
        </a:p>
      </dgm:t>
    </dgm:pt>
    <dgm:pt modelId="{DF340DC8-B6FA-4F17-86F0-FA7B8CA9E765}">
      <dgm:prSet/>
      <dgm:spPr/>
      <dgm:t>
        <a:bodyPr/>
        <a:lstStyle/>
        <a:p>
          <a:r>
            <a:rPr lang="en-US"/>
            <a:t>- Reference it in `_quarto.yml`:</a:t>
          </a:r>
        </a:p>
      </dgm:t>
    </dgm:pt>
    <dgm:pt modelId="{1E9BEAF9-9959-44A8-A27A-34D8D917E3A7}" type="parTrans" cxnId="{9F28A528-7E5B-454D-B540-6459A6292F96}">
      <dgm:prSet/>
      <dgm:spPr/>
      <dgm:t>
        <a:bodyPr/>
        <a:lstStyle/>
        <a:p>
          <a:endParaRPr lang="en-US"/>
        </a:p>
      </dgm:t>
    </dgm:pt>
    <dgm:pt modelId="{50F50647-D8F2-4B1E-9419-0C0F8FF2835C}" type="sibTrans" cxnId="{9F28A528-7E5B-454D-B540-6459A6292F96}">
      <dgm:prSet/>
      <dgm:spPr/>
      <dgm:t>
        <a:bodyPr/>
        <a:lstStyle/>
        <a:p>
          <a:endParaRPr lang="en-US"/>
        </a:p>
      </dgm:t>
    </dgm:pt>
    <dgm:pt modelId="{4D8A57AE-F202-4E9D-95DE-7FC53B9E9A3C}">
      <dgm:prSet/>
      <dgm:spPr/>
      <dgm:t>
        <a:bodyPr/>
        <a:lstStyle/>
        <a:p>
          <a:r>
            <a:rPr lang="en-US"/>
            <a:t>Script:</a:t>
          </a:r>
        </a:p>
      </dgm:t>
    </dgm:pt>
    <dgm:pt modelId="{E3B3CFAF-445E-49BD-B6F3-2BE007E336EF}" type="parTrans" cxnId="{939CBAF3-5FA2-4CB6-AF27-C482177C6252}">
      <dgm:prSet/>
      <dgm:spPr/>
      <dgm:t>
        <a:bodyPr/>
        <a:lstStyle/>
        <a:p>
          <a:endParaRPr lang="en-US"/>
        </a:p>
      </dgm:t>
    </dgm:pt>
    <dgm:pt modelId="{20C589E7-86C8-4679-8C17-4F74FA3F2391}" type="sibTrans" cxnId="{939CBAF3-5FA2-4CB6-AF27-C482177C6252}">
      <dgm:prSet/>
      <dgm:spPr/>
      <dgm:t>
        <a:bodyPr/>
        <a:lstStyle/>
        <a:p>
          <a:endParaRPr lang="en-US"/>
        </a:p>
      </dgm:t>
    </dgm:pt>
    <dgm:pt modelId="{9C9664DB-3571-4158-98AE-DB4F3F413B85}">
      <dgm:prSet/>
      <dgm:spPr/>
      <dgm:t>
        <a:bodyPr/>
        <a:lstStyle/>
        <a:p>
          <a:r>
            <a:rPr lang="en-US"/>
            <a:t>format:</a:t>
          </a:r>
        </a:p>
      </dgm:t>
    </dgm:pt>
    <dgm:pt modelId="{F4C56628-D029-4E1A-87BD-B5074858AC29}" type="parTrans" cxnId="{90030CE1-CE25-455A-9353-AA32F4DB69CE}">
      <dgm:prSet/>
      <dgm:spPr/>
      <dgm:t>
        <a:bodyPr/>
        <a:lstStyle/>
        <a:p>
          <a:endParaRPr lang="en-US"/>
        </a:p>
      </dgm:t>
    </dgm:pt>
    <dgm:pt modelId="{AC2003E7-0495-4B66-B0B4-61934CBC6C1E}" type="sibTrans" cxnId="{90030CE1-CE25-455A-9353-AA32F4DB69CE}">
      <dgm:prSet/>
      <dgm:spPr/>
      <dgm:t>
        <a:bodyPr/>
        <a:lstStyle/>
        <a:p>
          <a:endParaRPr lang="en-US"/>
        </a:p>
      </dgm:t>
    </dgm:pt>
    <dgm:pt modelId="{3F282609-D2D2-4A44-8185-F84655CC339E}">
      <dgm:prSet/>
      <dgm:spPr/>
      <dgm:t>
        <a:bodyPr/>
        <a:lstStyle/>
        <a:p>
          <a:r>
            <a:rPr lang="en-US"/>
            <a:t>html:</a:t>
          </a:r>
        </a:p>
      </dgm:t>
    </dgm:pt>
    <dgm:pt modelId="{1985C2F6-B1E7-401D-B998-CF8C405C522E}" type="parTrans" cxnId="{1952F762-D66D-40AD-A5DD-BD3DD5F7077E}">
      <dgm:prSet/>
      <dgm:spPr/>
      <dgm:t>
        <a:bodyPr/>
        <a:lstStyle/>
        <a:p>
          <a:endParaRPr lang="en-US"/>
        </a:p>
      </dgm:t>
    </dgm:pt>
    <dgm:pt modelId="{0BCB65A5-8090-42E6-B7FE-64ABB79B3562}" type="sibTrans" cxnId="{1952F762-D66D-40AD-A5DD-BD3DD5F7077E}">
      <dgm:prSet/>
      <dgm:spPr/>
      <dgm:t>
        <a:bodyPr/>
        <a:lstStyle/>
        <a:p>
          <a:endParaRPr lang="en-US"/>
        </a:p>
      </dgm:t>
    </dgm:pt>
    <dgm:pt modelId="{DBC08720-2BEB-4474-B123-C3E4280C4A2B}">
      <dgm:prSet/>
      <dgm:spPr/>
      <dgm:t>
        <a:bodyPr/>
        <a:lstStyle/>
        <a:p>
          <a:r>
            <a:rPr lang="en-US" dirty="0"/>
            <a:t>include-in-header: analytics.html</a:t>
          </a:r>
        </a:p>
      </dgm:t>
    </dgm:pt>
    <dgm:pt modelId="{56203DCA-931D-44C7-AD3D-C373B827E587}" type="parTrans" cxnId="{B0968FB0-5F37-4A98-AE77-84A146F31351}">
      <dgm:prSet/>
      <dgm:spPr/>
      <dgm:t>
        <a:bodyPr/>
        <a:lstStyle/>
        <a:p>
          <a:endParaRPr lang="en-US"/>
        </a:p>
      </dgm:t>
    </dgm:pt>
    <dgm:pt modelId="{DCBF56F0-C0EF-42DF-8715-214AD145CC67}" type="sibTrans" cxnId="{B0968FB0-5F37-4A98-AE77-84A146F31351}">
      <dgm:prSet/>
      <dgm:spPr/>
      <dgm:t>
        <a:bodyPr/>
        <a:lstStyle/>
        <a:p>
          <a:endParaRPr lang="en-US"/>
        </a:p>
      </dgm:t>
    </dgm:pt>
    <dgm:pt modelId="{563EE6A8-2C2C-4843-94E0-B614EB73FEA4}" type="pres">
      <dgm:prSet presAssocID="{5E090B10-DF29-4A7E-A3DA-4765A7753B99}" presName="root" presStyleCnt="0">
        <dgm:presLayoutVars>
          <dgm:dir/>
          <dgm:resizeHandles val="exact"/>
        </dgm:presLayoutVars>
      </dgm:prSet>
      <dgm:spPr/>
    </dgm:pt>
    <dgm:pt modelId="{E11AE577-9B29-49E7-AB89-20385A24C110}" type="pres">
      <dgm:prSet presAssocID="{51F80761-9BD4-46B2-B1C4-548F40F8B3E7}" presName="compNode" presStyleCnt="0"/>
      <dgm:spPr/>
    </dgm:pt>
    <dgm:pt modelId="{FA5A0635-49D8-456B-BE50-97D1868A9D66}" type="pres">
      <dgm:prSet presAssocID="{51F80761-9BD4-46B2-B1C4-548F40F8B3E7}" presName="bgRect" presStyleLbl="bgShp" presStyleIdx="0" presStyleCnt="4"/>
      <dgm:spPr/>
    </dgm:pt>
    <dgm:pt modelId="{047FAA6E-767C-49F7-AB08-1DA267EF72EA}" type="pres">
      <dgm:prSet presAssocID="{51F80761-9BD4-46B2-B1C4-548F40F8B3E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8178810-8C59-40F1-B7D6-E1B280618DA7}" type="pres">
      <dgm:prSet presAssocID="{51F80761-9BD4-46B2-B1C4-548F40F8B3E7}" presName="spaceRect" presStyleCnt="0"/>
      <dgm:spPr/>
    </dgm:pt>
    <dgm:pt modelId="{F475780D-D82D-4761-BFDF-0518324D6CE7}" type="pres">
      <dgm:prSet presAssocID="{51F80761-9BD4-46B2-B1C4-548F40F8B3E7}" presName="parTx" presStyleLbl="revTx" presStyleIdx="0" presStyleCnt="5">
        <dgm:presLayoutVars>
          <dgm:chMax val="0"/>
          <dgm:chPref val="0"/>
        </dgm:presLayoutVars>
      </dgm:prSet>
      <dgm:spPr/>
    </dgm:pt>
    <dgm:pt modelId="{7D4AB728-4329-4A13-B91A-5B031B5BF49F}" type="pres">
      <dgm:prSet presAssocID="{DBFD7F3E-ADBA-4DE7-A6AA-EA9EB36178FF}" presName="sibTrans" presStyleCnt="0"/>
      <dgm:spPr/>
    </dgm:pt>
    <dgm:pt modelId="{AB377CF5-DA81-405B-9449-6E623B613130}" type="pres">
      <dgm:prSet presAssocID="{C5D827A5-D11E-44B3-9F1F-E22D1752D339}" presName="compNode" presStyleCnt="0"/>
      <dgm:spPr/>
    </dgm:pt>
    <dgm:pt modelId="{F1E0EA85-8670-449A-8A93-5534725787DD}" type="pres">
      <dgm:prSet presAssocID="{C5D827A5-D11E-44B3-9F1F-E22D1752D339}" presName="bgRect" presStyleLbl="bgShp" presStyleIdx="1" presStyleCnt="4"/>
      <dgm:spPr/>
    </dgm:pt>
    <dgm:pt modelId="{300CDC65-D52F-4B2D-A3C6-0D3F7E72D054}" type="pres">
      <dgm:prSet presAssocID="{C5D827A5-D11E-44B3-9F1F-E22D1752D3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ipboard"/>
        </a:ext>
      </dgm:extLst>
    </dgm:pt>
    <dgm:pt modelId="{A7DD794B-1995-46EC-A9DA-44270378AB3B}" type="pres">
      <dgm:prSet presAssocID="{C5D827A5-D11E-44B3-9F1F-E22D1752D339}" presName="spaceRect" presStyleCnt="0"/>
      <dgm:spPr/>
    </dgm:pt>
    <dgm:pt modelId="{559249CD-0B2E-41DD-8818-F462625EE204}" type="pres">
      <dgm:prSet presAssocID="{C5D827A5-D11E-44B3-9F1F-E22D1752D339}" presName="parTx" presStyleLbl="revTx" presStyleIdx="1" presStyleCnt="5">
        <dgm:presLayoutVars>
          <dgm:chMax val="0"/>
          <dgm:chPref val="0"/>
        </dgm:presLayoutVars>
      </dgm:prSet>
      <dgm:spPr/>
    </dgm:pt>
    <dgm:pt modelId="{942FFFEB-3E39-4AF6-BBAA-6475464F85AF}" type="pres">
      <dgm:prSet presAssocID="{9625B806-362F-4294-99B3-D8D554782100}" presName="sibTrans" presStyleCnt="0"/>
      <dgm:spPr/>
    </dgm:pt>
    <dgm:pt modelId="{05BA1B53-9B9F-4956-AEAB-71932FAF6FBF}" type="pres">
      <dgm:prSet presAssocID="{DF340DC8-B6FA-4F17-86F0-FA7B8CA9E765}" presName="compNode" presStyleCnt="0"/>
      <dgm:spPr/>
    </dgm:pt>
    <dgm:pt modelId="{52F38B32-ECB8-4507-A97F-999DDC61BBA2}" type="pres">
      <dgm:prSet presAssocID="{DF340DC8-B6FA-4F17-86F0-FA7B8CA9E765}" presName="bgRect" presStyleLbl="bgShp" presStyleIdx="2" presStyleCnt="4"/>
      <dgm:spPr/>
    </dgm:pt>
    <dgm:pt modelId="{9CBCA23E-0051-420E-8122-B3A19BD9A6FF}" type="pres">
      <dgm:prSet presAssocID="{DF340DC8-B6FA-4F17-86F0-FA7B8CA9E76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651A5ED0-FCC0-4DCF-B956-B3141A55BD8F}" type="pres">
      <dgm:prSet presAssocID="{DF340DC8-B6FA-4F17-86F0-FA7B8CA9E765}" presName="spaceRect" presStyleCnt="0"/>
      <dgm:spPr/>
    </dgm:pt>
    <dgm:pt modelId="{BF3628AA-9110-464B-AE82-EA84E395B378}" type="pres">
      <dgm:prSet presAssocID="{DF340DC8-B6FA-4F17-86F0-FA7B8CA9E765}" presName="parTx" presStyleLbl="revTx" presStyleIdx="2" presStyleCnt="5">
        <dgm:presLayoutVars>
          <dgm:chMax val="0"/>
          <dgm:chPref val="0"/>
        </dgm:presLayoutVars>
      </dgm:prSet>
      <dgm:spPr/>
    </dgm:pt>
    <dgm:pt modelId="{C3ACDF9A-AD1B-4EBC-A3BB-B46DB25CF1D9}" type="pres">
      <dgm:prSet presAssocID="{50F50647-D8F2-4B1E-9419-0C0F8FF2835C}" presName="sibTrans" presStyleCnt="0"/>
      <dgm:spPr/>
    </dgm:pt>
    <dgm:pt modelId="{6A5157F9-A478-4550-BB30-ABAEC8D3AA2C}" type="pres">
      <dgm:prSet presAssocID="{4D8A57AE-F202-4E9D-95DE-7FC53B9E9A3C}" presName="compNode" presStyleCnt="0"/>
      <dgm:spPr/>
    </dgm:pt>
    <dgm:pt modelId="{27FDC268-B3EB-4263-80A7-30EAF244E528}" type="pres">
      <dgm:prSet presAssocID="{4D8A57AE-F202-4E9D-95DE-7FC53B9E9A3C}" presName="bgRect" presStyleLbl="bgShp" presStyleIdx="3" presStyleCnt="4"/>
      <dgm:spPr/>
    </dgm:pt>
    <dgm:pt modelId="{2C05E454-5F1B-4C8D-94E2-520CD2E4ECE0}" type="pres">
      <dgm:prSet presAssocID="{4D8A57AE-F202-4E9D-95DE-7FC53B9E9A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F15B8D7-F4FD-4D80-BB97-D63351C6AA3E}" type="pres">
      <dgm:prSet presAssocID="{4D8A57AE-F202-4E9D-95DE-7FC53B9E9A3C}" presName="spaceRect" presStyleCnt="0"/>
      <dgm:spPr/>
    </dgm:pt>
    <dgm:pt modelId="{D85FC818-0BD3-429C-A410-1C5EC957E864}" type="pres">
      <dgm:prSet presAssocID="{4D8A57AE-F202-4E9D-95DE-7FC53B9E9A3C}" presName="parTx" presStyleLbl="revTx" presStyleIdx="3" presStyleCnt="5">
        <dgm:presLayoutVars>
          <dgm:chMax val="0"/>
          <dgm:chPref val="0"/>
        </dgm:presLayoutVars>
      </dgm:prSet>
      <dgm:spPr/>
    </dgm:pt>
    <dgm:pt modelId="{CB9569F2-3E38-4282-9E73-CCAA3E151E32}" type="pres">
      <dgm:prSet presAssocID="{4D8A57AE-F202-4E9D-95DE-7FC53B9E9A3C}" presName="desTx" presStyleLbl="revTx" presStyleIdx="4" presStyleCnt="5" custScaleX="239201" custLinFactNeighborX="-24461" custLinFactNeighborY="895">
        <dgm:presLayoutVars/>
      </dgm:prSet>
      <dgm:spPr/>
    </dgm:pt>
  </dgm:ptLst>
  <dgm:cxnLst>
    <dgm:cxn modelId="{269A1605-14A6-4032-AE3B-DB0840233CE8}" type="presOf" srcId="{C5D827A5-D11E-44B3-9F1F-E22D1752D339}" destId="{559249CD-0B2E-41DD-8818-F462625EE204}" srcOrd="0" destOrd="0" presId="urn:microsoft.com/office/officeart/2018/2/layout/IconVerticalSolidList"/>
    <dgm:cxn modelId="{1F1AC915-B32E-4C84-9FF4-D7849F201747}" type="presOf" srcId="{DF340DC8-B6FA-4F17-86F0-FA7B8CA9E765}" destId="{BF3628AA-9110-464B-AE82-EA84E395B378}" srcOrd="0" destOrd="0" presId="urn:microsoft.com/office/officeart/2018/2/layout/IconVerticalSolidList"/>
    <dgm:cxn modelId="{9F28A528-7E5B-454D-B540-6459A6292F96}" srcId="{5E090B10-DF29-4A7E-A3DA-4765A7753B99}" destId="{DF340DC8-B6FA-4F17-86F0-FA7B8CA9E765}" srcOrd="2" destOrd="0" parTransId="{1E9BEAF9-9959-44A8-A27A-34D8D917E3A7}" sibTransId="{50F50647-D8F2-4B1E-9419-0C0F8FF2835C}"/>
    <dgm:cxn modelId="{DC76E632-31DB-4959-AB51-7E4CCDBEA03E}" type="presOf" srcId="{5E090B10-DF29-4A7E-A3DA-4765A7753B99}" destId="{563EE6A8-2C2C-4843-94E0-B614EB73FEA4}" srcOrd="0" destOrd="0" presId="urn:microsoft.com/office/officeart/2018/2/layout/IconVerticalSolidList"/>
    <dgm:cxn modelId="{7DC2DD3A-5461-4DE6-A4CA-F9D7A4710079}" srcId="{5E090B10-DF29-4A7E-A3DA-4765A7753B99}" destId="{C5D827A5-D11E-44B3-9F1F-E22D1752D339}" srcOrd="1" destOrd="0" parTransId="{A349384A-D642-4969-94A7-74F02F3F7893}" sibTransId="{9625B806-362F-4294-99B3-D8D554782100}"/>
    <dgm:cxn modelId="{1952F762-D66D-40AD-A5DD-BD3DD5F7077E}" srcId="{4D8A57AE-F202-4E9D-95DE-7FC53B9E9A3C}" destId="{3F282609-D2D2-4A44-8185-F84655CC339E}" srcOrd="1" destOrd="0" parTransId="{1985C2F6-B1E7-401D-B998-CF8C405C522E}" sibTransId="{0BCB65A5-8090-42E6-B7FE-64ABB79B3562}"/>
    <dgm:cxn modelId="{1EEBBB51-A722-403F-B660-8B67F1570704}" type="presOf" srcId="{9C9664DB-3571-4158-98AE-DB4F3F413B85}" destId="{CB9569F2-3E38-4282-9E73-CCAA3E151E32}" srcOrd="0" destOrd="0" presId="urn:microsoft.com/office/officeart/2018/2/layout/IconVerticalSolidList"/>
    <dgm:cxn modelId="{69D0138A-D92A-4F9E-A3D6-A743F2FD2206}" type="presOf" srcId="{51F80761-9BD4-46B2-B1C4-548F40F8B3E7}" destId="{F475780D-D82D-4761-BFDF-0518324D6CE7}" srcOrd="0" destOrd="0" presId="urn:microsoft.com/office/officeart/2018/2/layout/IconVerticalSolidList"/>
    <dgm:cxn modelId="{5E468D8C-B4EC-4330-BFFB-DDBD8BB87F68}" type="presOf" srcId="{DBC08720-2BEB-4474-B123-C3E4280C4A2B}" destId="{CB9569F2-3E38-4282-9E73-CCAA3E151E32}" srcOrd="0" destOrd="2" presId="urn:microsoft.com/office/officeart/2018/2/layout/IconVerticalSolidList"/>
    <dgm:cxn modelId="{B0968FB0-5F37-4A98-AE77-84A146F31351}" srcId="{4D8A57AE-F202-4E9D-95DE-7FC53B9E9A3C}" destId="{DBC08720-2BEB-4474-B123-C3E4280C4A2B}" srcOrd="2" destOrd="0" parTransId="{56203DCA-931D-44C7-AD3D-C373B827E587}" sibTransId="{DCBF56F0-C0EF-42DF-8715-214AD145CC67}"/>
    <dgm:cxn modelId="{90030CE1-CE25-455A-9353-AA32F4DB69CE}" srcId="{4D8A57AE-F202-4E9D-95DE-7FC53B9E9A3C}" destId="{9C9664DB-3571-4158-98AE-DB4F3F413B85}" srcOrd="0" destOrd="0" parTransId="{F4C56628-D029-4E1A-87BD-B5074858AC29}" sibTransId="{AC2003E7-0495-4B66-B0B4-61934CBC6C1E}"/>
    <dgm:cxn modelId="{939CBAF3-5FA2-4CB6-AF27-C482177C6252}" srcId="{5E090B10-DF29-4A7E-A3DA-4765A7753B99}" destId="{4D8A57AE-F202-4E9D-95DE-7FC53B9E9A3C}" srcOrd="3" destOrd="0" parTransId="{E3B3CFAF-445E-49BD-B6F3-2BE007E336EF}" sibTransId="{20C589E7-86C8-4679-8C17-4F74FA3F2391}"/>
    <dgm:cxn modelId="{0F200BF5-76C5-439A-AFA0-FB3468BDDAB3}" srcId="{5E090B10-DF29-4A7E-A3DA-4765A7753B99}" destId="{51F80761-9BD4-46B2-B1C4-548F40F8B3E7}" srcOrd="0" destOrd="0" parTransId="{F52D3481-39CF-4729-BA42-D831633820B1}" sibTransId="{DBFD7F3E-ADBA-4DE7-A6AA-EA9EB36178FF}"/>
    <dgm:cxn modelId="{3A3472FE-AA70-4CB3-A7CB-8403603EF8D8}" type="presOf" srcId="{4D8A57AE-F202-4E9D-95DE-7FC53B9E9A3C}" destId="{D85FC818-0BD3-429C-A410-1C5EC957E864}" srcOrd="0" destOrd="0" presId="urn:microsoft.com/office/officeart/2018/2/layout/IconVerticalSolidList"/>
    <dgm:cxn modelId="{C35FD6FF-A493-410D-B225-34BE5A3D8257}" type="presOf" srcId="{3F282609-D2D2-4A44-8185-F84655CC339E}" destId="{CB9569F2-3E38-4282-9E73-CCAA3E151E32}" srcOrd="0" destOrd="1" presId="urn:microsoft.com/office/officeart/2018/2/layout/IconVerticalSolidList"/>
    <dgm:cxn modelId="{97013A5F-3290-456C-8FD0-F4E0F6B93795}" type="presParOf" srcId="{563EE6A8-2C2C-4843-94E0-B614EB73FEA4}" destId="{E11AE577-9B29-49E7-AB89-20385A24C110}" srcOrd="0" destOrd="0" presId="urn:microsoft.com/office/officeart/2018/2/layout/IconVerticalSolidList"/>
    <dgm:cxn modelId="{3D41EB43-9080-4AF9-887E-6C6CDA4614AE}" type="presParOf" srcId="{E11AE577-9B29-49E7-AB89-20385A24C110}" destId="{FA5A0635-49D8-456B-BE50-97D1868A9D66}" srcOrd="0" destOrd="0" presId="urn:microsoft.com/office/officeart/2018/2/layout/IconVerticalSolidList"/>
    <dgm:cxn modelId="{0BCDAC04-9644-4DAE-BF26-12C32826775F}" type="presParOf" srcId="{E11AE577-9B29-49E7-AB89-20385A24C110}" destId="{047FAA6E-767C-49F7-AB08-1DA267EF72EA}" srcOrd="1" destOrd="0" presId="urn:microsoft.com/office/officeart/2018/2/layout/IconVerticalSolidList"/>
    <dgm:cxn modelId="{F5D1EC11-426D-4EB6-8531-5FB8783D0097}" type="presParOf" srcId="{E11AE577-9B29-49E7-AB89-20385A24C110}" destId="{18178810-8C59-40F1-B7D6-E1B280618DA7}" srcOrd="2" destOrd="0" presId="urn:microsoft.com/office/officeart/2018/2/layout/IconVerticalSolidList"/>
    <dgm:cxn modelId="{E2EABB14-99E9-4A48-BB9A-98D045F481A8}" type="presParOf" srcId="{E11AE577-9B29-49E7-AB89-20385A24C110}" destId="{F475780D-D82D-4761-BFDF-0518324D6CE7}" srcOrd="3" destOrd="0" presId="urn:microsoft.com/office/officeart/2018/2/layout/IconVerticalSolidList"/>
    <dgm:cxn modelId="{76678464-338C-43CA-B631-27142E6BACE5}" type="presParOf" srcId="{563EE6A8-2C2C-4843-94E0-B614EB73FEA4}" destId="{7D4AB728-4329-4A13-B91A-5B031B5BF49F}" srcOrd="1" destOrd="0" presId="urn:microsoft.com/office/officeart/2018/2/layout/IconVerticalSolidList"/>
    <dgm:cxn modelId="{0950B70B-E954-459A-A1AC-BB1769191B67}" type="presParOf" srcId="{563EE6A8-2C2C-4843-94E0-B614EB73FEA4}" destId="{AB377CF5-DA81-405B-9449-6E623B613130}" srcOrd="2" destOrd="0" presId="urn:microsoft.com/office/officeart/2018/2/layout/IconVerticalSolidList"/>
    <dgm:cxn modelId="{194887FB-C81B-4588-AEED-2FCF2D75ECFA}" type="presParOf" srcId="{AB377CF5-DA81-405B-9449-6E623B613130}" destId="{F1E0EA85-8670-449A-8A93-5534725787DD}" srcOrd="0" destOrd="0" presId="urn:microsoft.com/office/officeart/2018/2/layout/IconVerticalSolidList"/>
    <dgm:cxn modelId="{C23693B1-4029-4320-9E5D-83F9868B16CE}" type="presParOf" srcId="{AB377CF5-DA81-405B-9449-6E623B613130}" destId="{300CDC65-D52F-4B2D-A3C6-0D3F7E72D054}" srcOrd="1" destOrd="0" presId="urn:microsoft.com/office/officeart/2018/2/layout/IconVerticalSolidList"/>
    <dgm:cxn modelId="{BF7DE96C-C64C-48CC-8E5B-C32FD6CF11F7}" type="presParOf" srcId="{AB377CF5-DA81-405B-9449-6E623B613130}" destId="{A7DD794B-1995-46EC-A9DA-44270378AB3B}" srcOrd="2" destOrd="0" presId="urn:microsoft.com/office/officeart/2018/2/layout/IconVerticalSolidList"/>
    <dgm:cxn modelId="{DEF88FE5-F029-46C0-9D96-05D1721E3FFB}" type="presParOf" srcId="{AB377CF5-DA81-405B-9449-6E623B613130}" destId="{559249CD-0B2E-41DD-8818-F462625EE204}" srcOrd="3" destOrd="0" presId="urn:microsoft.com/office/officeart/2018/2/layout/IconVerticalSolidList"/>
    <dgm:cxn modelId="{1D06976A-8E53-493A-B5F2-35AA9C13E57C}" type="presParOf" srcId="{563EE6A8-2C2C-4843-94E0-B614EB73FEA4}" destId="{942FFFEB-3E39-4AF6-BBAA-6475464F85AF}" srcOrd="3" destOrd="0" presId="urn:microsoft.com/office/officeart/2018/2/layout/IconVerticalSolidList"/>
    <dgm:cxn modelId="{B2D77FE7-AD7F-4203-B6FA-7B8FD72075D7}" type="presParOf" srcId="{563EE6A8-2C2C-4843-94E0-B614EB73FEA4}" destId="{05BA1B53-9B9F-4956-AEAB-71932FAF6FBF}" srcOrd="4" destOrd="0" presId="urn:microsoft.com/office/officeart/2018/2/layout/IconVerticalSolidList"/>
    <dgm:cxn modelId="{ED759E22-EF01-484B-A422-6B7ED7AF82CE}" type="presParOf" srcId="{05BA1B53-9B9F-4956-AEAB-71932FAF6FBF}" destId="{52F38B32-ECB8-4507-A97F-999DDC61BBA2}" srcOrd="0" destOrd="0" presId="urn:microsoft.com/office/officeart/2018/2/layout/IconVerticalSolidList"/>
    <dgm:cxn modelId="{26775687-9C6F-466F-A173-FA81C1835159}" type="presParOf" srcId="{05BA1B53-9B9F-4956-AEAB-71932FAF6FBF}" destId="{9CBCA23E-0051-420E-8122-B3A19BD9A6FF}" srcOrd="1" destOrd="0" presId="urn:microsoft.com/office/officeart/2018/2/layout/IconVerticalSolidList"/>
    <dgm:cxn modelId="{4C61D5E3-CC61-428A-8912-219D5115E4DA}" type="presParOf" srcId="{05BA1B53-9B9F-4956-AEAB-71932FAF6FBF}" destId="{651A5ED0-FCC0-4DCF-B956-B3141A55BD8F}" srcOrd="2" destOrd="0" presId="urn:microsoft.com/office/officeart/2018/2/layout/IconVerticalSolidList"/>
    <dgm:cxn modelId="{EC91C931-A6E6-4BC9-8B56-3AA45621D1D9}" type="presParOf" srcId="{05BA1B53-9B9F-4956-AEAB-71932FAF6FBF}" destId="{BF3628AA-9110-464B-AE82-EA84E395B378}" srcOrd="3" destOrd="0" presId="urn:microsoft.com/office/officeart/2018/2/layout/IconVerticalSolidList"/>
    <dgm:cxn modelId="{0F311DB6-74E6-46DD-8DE6-F9A8EDAC8ECC}" type="presParOf" srcId="{563EE6A8-2C2C-4843-94E0-B614EB73FEA4}" destId="{C3ACDF9A-AD1B-4EBC-A3BB-B46DB25CF1D9}" srcOrd="5" destOrd="0" presId="urn:microsoft.com/office/officeart/2018/2/layout/IconVerticalSolidList"/>
    <dgm:cxn modelId="{0DBFCEE4-8C9A-4C4C-8F56-3F83FC2C189E}" type="presParOf" srcId="{563EE6A8-2C2C-4843-94E0-B614EB73FEA4}" destId="{6A5157F9-A478-4550-BB30-ABAEC8D3AA2C}" srcOrd="6" destOrd="0" presId="urn:microsoft.com/office/officeart/2018/2/layout/IconVerticalSolidList"/>
    <dgm:cxn modelId="{8FDFA7D0-ED5C-408F-8D40-D014185BBB2D}" type="presParOf" srcId="{6A5157F9-A478-4550-BB30-ABAEC8D3AA2C}" destId="{27FDC268-B3EB-4263-80A7-30EAF244E528}" srcOrd="0" destOrd="0" presId="urn:microsoft.com/office/officeart/2018/2/layout/IconVerticalSolidList"/>
    <dgm:cxn modelId="{A704681E-A293-408E-B46A-C07635C7CDDD}" type="presParOf" srcId="{6A5157F9-A478-4550-BB30-ABAEC8D3AA2C}" destId="{2C05E454-5F1B-4C8D-94E2-520CD2E4ECE0}" srcOrd="1" destOrd="0" presId="urn:microsoft.com/office/officeart/2018/2/layout/IconVerticalSolidList"/>
    <dgm:cxn modelId="{36941C32-76A1-4DC2-9B57-BD8778858FBD}" type="presParOf" srcId="{6A5157F9-A478-4550-BB30-ABAEC8D3AA2C}" destId="{AF15B8D7-F4FD-4D80-BB97-D63351C6AA3E}" srcOrd="2" destOrd="0" presId="urn:microsoft.com/office/officeart/2018/2/layout/IconVerticalSolidList"/>
    <dgm:cxn modelId="{526D6009-0802-4CAE-8507-D025323411EA}" type="presParOf" srcId="{6A5157F9-A478-4550-BB30-ABAEC8D3AA2C}" destId="{D85FC818-0BD3-429C-A410-1C5EC957E864}" srcOrd="3" destOrd="0" presId="urn:microsoft.com/office/officeart/2018/2/layout/IconVerticalSolidList"/>
    <dgm:cxn modelId="{8E70F2BF-90E3-49B0-829B-02337D2DB2C7}" type="presParOf" srcId="{6A5157F9-A478-4550-BB30-ABAEC8D3AA2C}" destId="{CB9569F2-3E38-4282-9E73-CCAA3E151E3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40994A-E3A5-419B-9D53-3B98AB52E44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0D5E408-5761-4E0E-AD0C-3FFE312FE51B}">
      <dgm:prSet/>
      <dgm:spPr/>
      <dgm:t>
        <a:bodyPr/>
        <a:lstStyle/>
        <a:p>
          <a:r>
            <a:rPr lang="en-US"/>
            <a:t>- Run `quarto render` to rebuild the site</a:t>
          </a:r>
        </a:p>
      </dgm:t>
    </dgm:pt>
    <dgm:pt modelId="{B0E58EB6-50E6-4807-AF55-87DE7B1B6393}" type="parTrans" cxnId="{7AEFB01E-F6B7-4AAC-B1AE-5861B42EB625}">
      <dgm:prSet/>
      <dgm:spPr/>
      <dgm:t>
        <a:bodyPr/>
        <a:lstStyle/>
        <a:p>
          <a:endParaRPr lang="en-US"/>
        </a:p>
      </dgm:t>
    </dgm:pt>
    <dgm:pt modelId="{F16628F4-8062-4B81-8919-01C023DB126E}" type="sibTrans" cxnId="{7AEFB01E-F6B7-4AAC-B1AE-5861B42EB625}">
      <dgm:prSet/>
      <dgm:spPr/>
      <dgm:t>
        <a:bodyPr/>
        <a:lstStyle/>
        <a:p>
          <a:endParaRPr lang="en-US"/>
        </a:p>
      </dgm:t>
    </dgm:pt>
    <dgm:pt modelId="{E1BD008F-59FC-46BC-8235-4ECB2B7E5239}">
      <dgm:prSet/>
      <dgm:spPr/>
      <dgm:t>
        <a:bodyPr/>
        <a:lstStyle/>
        <a:p>
          <a:r>
            <a:rPr lang="en-US"/>
            <a:t>- Commit all changes to GitHub</a:t>
          </a:r>
        </a:p>
      </dgm:t>
    </dgm:pt>
    <dgm:pt modelId="{DCD7073B-0360-48C7-B4BF-5700E9D5A87C}" type="parTrans" cxnId="{E47D5D71-6EE0-4DEE-85D5-C10830A98D01}">
      <dgm:prSet/>
      <dgm:spPr/>
      <dgm:t>
        <a:bodyPr/>
        <a:lstStyle/>
        <a:p>
          <a:endParaRPr lang="en-US"/>
        </a:p>
      </dgm:t>
    </dgm:pt>
    <dgm:pt modelId="{0F34B1EE-A63E-4B69-9601-2C415FFA732E}" type="sibTrans" cxnId="{E47D5D71-6EE0-4DEE-85D5-C10830A98D01}">
      <dgm:prSet/>
      <dgm:spPr/>
      <dgm:t>
        <a:bodyPr/>
        <a:lstStyle/>
        <a:p>
          <a:endParaRPr lang="en-US"/>
        </a:p>
      </dgm:t>
    </dgm:pt>
    <dgm:pt modelId="{FB6D61E9-8492-485A-A4ED-7DCD196BA630}">
      <dgm:prSet/>
      <dgm:spPr/>
      <dgm:t>
        <a:bodyPr/>
        <a:lstStyle/>
        <a:p>
          <a:r>
            <a:rPr lang="en-US"/>
            <a:t>- GitHub Pages will auto-deploy with GA tracking</a:t>
          </a:r>
        </a:p>
      </dgm:t>
    </dgm:pt>
    <dgm:pt modelId="{87C70261-AFCC-41E5-B78D-1D18EAA5BCFD}" type="parTrans" cxnId="{E4F15CFF-7C13-4B96-946B-85DB7BC3944F}">
      <dgm:prSet/>
      <dgm:spPr/>
      <dgm:t>
        <a:bodyPr/>
        <a:lstStyle/>
        <a:p>
          <a:endParaRPr lang="en-US"/>
        </a:p>
      </dgm:t>
    </dgm:pt>
    <dgm:pt modelId="{106B2901-68F7-42D9-A7FC-50E7833895C7}" type="sibTrans" cxnId="{E4F15CFF-7C13-4B96-946B-85DB7BC3944F}">
      <dgm:prSet/>
      <dgm:spPr/>
      <dgm:t>
        <a:bodyPr/>
        <a:lstStyle/>
        <a:p>
          <a:endParaRPr lang="en-US"/>
        </a:p>
      </dgm:t>
    </dgm:pt>
    <dgm:pt modelId="{EB5A25F4-9B14-40B8-8C52-F13B7FCA7AA5}" type="pres">
      <dgm:prSet presAssocID="{8940994A-E3A5-419B-9D53-3B98AB52E44C}" presName="linear" presStyleCnt="0">
        <dgm:presLayoutVars>
          <dgm:animLvl val="lvl"/>
          <dgm:resizeHandles val="exact"/>
        </dgm:presLayoutVars>
      </dgm:prSet>
      <dgm:spPr/>
    </dgm:pt>
    <dgm:pt modelId="{059E27E5-B89A-4E08-984D-8C84E6145FC9}" type="pres">
      <dgm:prSet presAssocID="{70D5E408-5761-4E0E-AD0C-3FFE312FE51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E7A2E50-9424-4BF6-8F0F-3E9E57E1EA6D}" type="pres">
      <dgm:prSet presAssocID="{F16628F4-8062-4B81-8919-01C023DB126E}" presName="spacer" presStyleCnt="0"/>
      <dgm:spPr/>
    </dgm:pt>
    <dgm:pt modelId="{B53D4E1F-8D54-4761-B2FF-F64D6DA4BA0E}" type="pres">
      <dgm:prSet presAssocID="{E1BD008F-59FC-46BC-8235-4ECB2B7E523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F69B7B-FE69-4664-B8D6-F7F9F0D5BC9C}" type="pres">
      <dgm:prSet presAssocID="{0F34B1EE-A63E-4B69-9601-2C415FFA732E}" presName="spacer" presStyleCnt="0"/>
      <dgm:spPr/>
    </dgm:pt>
    <dgm:pt modelId="{1056C20E-8CD4-48DA-AF61-E34515595D83}" type="pres">
      <dgm:prSet presAssocID="{FB6D61E9-8492-485A-A4ED-7DCD196BA63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266F17-D244-476A-B7FA-D8553A7767F1}" type="presOf" srcId="{FB6D61E9-8492-485A-A4ED-7DCD196BA630}" destId="{1056C20E-8CD4-48DA-AF61-E34515595D83}" srcOrd="0" destOrd="0" presId="urn:microsoft.com/office/officeart/2005/8/layout/vList2"/>
    <dgm:cxn modelId="{7AEFB01E-F6B7-4AAC-B1AE-5861B42EB625}" srcId="{8940994A-E3A5-419B-9D53-3B98AB52E44C}" destId="{70D5E408-5761-4E0E-AD0C-3FFE312FE51B}" srcOrd="0" destOrd="0" parTransId="{B0E58EB6-50E6-4807-AF55-87DE7B1B6393}" sibTransId="{F16628F4-8062-4B81-8919-01C023DB126E}"/>
    <dgm:cxn modelId="{E47D5D71-6EE0-4DEE-85D5-C10830A98D01}" srcId="{8940994A-E3A5-419B-9D53-3B98AB52E44C}" destId="{E1BD008F-59FC-46BC-8235-4ECB2B7E5239}" srcOrd="1" destOrd="0" parTransId="{DCD7073B-0360-48C7-B4BF-5700E9D5A87C}" sibTransId="{0F34B1EE-A63E-4B69-9601-2C415FFA732E}"/>
    <dgm:cxn modelId="{6B173C75-B97C-468A-A94B-BD273FDD7C72}" type="presOf" srcId="{E1BD008F-59FC-46BC-8235-4ECB2B7E5239}" destId="{B53D4E1F-8D54-4761-B2FF-F64D6DA4BA0E}" srcOrd="0" destOrd="0" presId="urn:microsoft.com/office/officeart/2005/8/layout/vList2"/>
    <dgm:cxn modelId="{B529DB9F-9E77-4442-B4A2-8B4C15177F62}" type="presOf" srcId="{8940994A-E3A5-419B-9D53-3B98AB52E44C}" destId="{EB5A25F4-9B14-40B8-8C52-F13B7FCA7AA5}" srcOrd="0" destOrd="0" presId="urn:microsoft.com/office/officeart/2005/8/layout/vList2"/>
    <dgm:cxn modelId="{DD5F23F0-F16E-4E72-AD53-3612C9C55105}" type="presOf" srcId="{70D5E408-5761-4E0E-AD0C-3FFE312FE51B}" destId="{059E27E5-B89A-4E08-984D-8C84E6145FC9}" srcOrd="0" destOrd="0" presId="urn:microsoft.com/office/officeart/2005/8/layout/vList2"/>
    <dgm:cxn modelId="{E4F15CFF-7C13-4B96-946B-85DB7BC3944F}" srcId="{8940994A-E3A5-419B-9D53-3B98AB52E44C}" destId="{FB6D61E9-8492-485A-A4ED-7DCD196BA630}" srcOrd="2" destOrd="0" parTransId="{87C70261-AFCC-41E5-B78D-1D18EAA5BCFD}" sibTransId="{106B2901-68F7-42D9-A7FC-50E7833895C7}"/>
    <dgm:cxn modelId="{8999FE65-1E4A-4DA2-B525-23F639396478}" type="presParOf" srcId="{EB5A25F4-9B14-40B8-8C52-F13B7FCA7AA5}" destId="{059E27E5-B89A-4E08-984D-8C84E6145FC9}" srcOrd="0" destOrd="0" presId="urn:microsoft.com/office/officeart/2005/8/layout/vList2"/>
    <dgm:cxn modelId="{28235BD0-FBE1-4968-BFA1-C350E16139EB}" type="presParOf" srcId="{EB5A25F4-9B14-40B8-8C52-F13B7FCA7AA5}" destId="{4E7A2E50-9424-4BF6-8F0F-3E9E57E1EA6D}" srcOrd="1" destOrd="0" presId="urn:microsoft.com/office/officeart/2005/8/layout/vList2"/>
    <dgm:cxn modelId="{8AE8D6C8-7B2C-4780-994A-CBC25BA2EED2}" type="presParOf" srcId="{EB5A25F4-9B14-40B8-8C52-F13B7FCA7AA5}" destId="{B53D4E1F-8D54-4761-B2FF-F64D6DA4BA0E}" srcOrd="2" destOrd="0" presId="urn:microsoft.com/office/officeart/2005/8/layout/vList2"/>
    <dgm:cxn modelId="{8B8A1B93-F604-44C5-9A54-6A6AFB7D1312}" type="presParOf" srcId="{EB5A25F4-9B14-40B8-8C52-F13B7FCA7AA5}" destId="{BAF69B7B-FE69-4664-B8D6-F7F9F0D5BC9C}" srcOrd="3" destOrd="0" presId="urn:microsoft.com/office/officeart/2005/8/layout/vList2"/>
    <dgm:cxn modelId="{6682A156-A3A4-417F-95CD-53181FF674E5}" type="presParOf" srcId="{EB5A25F4-9B14-40B8-8C52-F13B7FCA7AA5}" destId="{1056C20E-8CD4-48DA-AF61-E34515595D8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F10589-8ADA-4FC4-AA01-E5158B00FE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04C803-A4B5-4997-A823-6DA64467E0B8}">
      <dgm:prSet/>
      <dgm:spPr/>
      <dgm:t>
        <a:bodyPr/>
        <a:lstStyle/>
        <a:p>
          <a:r>
            <a:rPr lang="en-US"/>
            <a:t>- Open your site and inspect page source</a:t>
          </a:r>
        </a:p>
      </dgm:t>
    </dgm:pt>
    <dgm:pt modelId="{E6CA8CB7-D7F6-4A24-8576-D9FA33005799}" type="parTrans" cxnId="{33B5C391-EF03-4EC8-B22C-38227B156E6C}">
      <dgm:prSet/>
      <dgm:spPr/>
      <dgm:t>
        <a:bodyPr/>
        <a:lstStyle/>
        <a:p>
          <a:endParaRPr lang="en-US"/>
        </a:p>
      </dgm:t>
    </dgm:pt>
    <dgm:pt modelId="{2DC0C77F-EFD6-4F11-937D-D925E12C4092}" type="sibTrans" cxnId="{33B5C391-EF03-4EC8-B22C-38227B156E6C}">
      <dgm:prSet/>
      <dgm:spPr/>
      <dgm:t>
        <a:bodyPr/>
        <a:lstStyle/>
        <a:p>
          <a:endParaRPr lang="en-US"/>
        </a:p>
      </dgm:t>
    </dgm:pt>
    <dgm:pt modelId="{CF7FAA58-99FF-46AB-B08E-222AA0FAD831}">
      <dgm:prSet/>
      <dgm:spPr/>
      <dgm:t>
        <a:bodyPr/>
        <a:lstStyle/>
        <a:p>
          <a:r>
            <a:rPr lang="en-US"/>
            <a:t>- Look for `gtag('config', 'G-XXXXXXXXXX');`</a:t>
          </a:r>
        </a:p>
      </dgm:t>
    </dgm:pt>
    <dgm:pt modelId="{5D007614-1A3E-4ED4-AF93-DDB5FFDBA170}" type="parTrans" cxnId="{F7ED48FC-5BC6-48E7-B392-E30DDC700440}">
      <dgm:prSet/>
      <dgm:spPr/>
      <dgm:t>
        <a:bodyPr/>
        <a:lstStyle/>
        <a:p>
          <a:endParaRPr lang="en-US"/>
        </a:p>
      </dgm:t>
    </dgm:pt>
    <dgm:pt modelId="{10CB6CF9-9125-43D0-A317-438761751B27}" type="sibTrans" cxnId="{F7ED48FC-5BC6-48E7-B392-E30DDC700440}">
      <dgm:prSet/>
      <dgm:spPr/>
      <dgm:t>
        <a:bodyPr/>
        <a:lstStyle/>
        <a:p>
          <a:endParaRPr lang="en-US"/>
        </a:p>
      </dgm:t>
    </dgm:pt>
    <dgm:pt modelId="{92CB0AE8-EE89-480C-AE6C-5826A7F07F4C}">
      <dgm:prSet/>
      <dgm:spPr/>
      <dgm:t>
        <a:bodyPr/>
        <a:lstStyle/>
        <a:p>
          <a:r>
            <a:rPr lang="en-US"/>
            <a:t>- Check Google Analytics real-time dashboard</a:t>
          </a:r>
        </a:p>
      </dgm:t>
    </dgm:pt>
    <dgm:pt modelId="{4A0435A7-585A-4F06-97FB-3EDCE0C5E4CD}" type="parTrans" cxnId="{2655C9C5-B0F9-4C08-8A55-345E3B0CE01C}">
      <dgm:prSet/>
      <dgm:spPr/>
      <dgm:t>
        <a:bodyPr/>
        <a:lstStyle/>
        <a:p>
          <a:endParaRPr lang="en-US"/>
        </a:p>
      </dgm:t>
    </dgm:pt>
    <dgm:pt modelId="{1AD26368-AAA5-43BA-B6BC-53A91FE16D48}" type="sibTrans" cxnId="{2655C9C5-B0F9-4C08-8A55-345E3B0CE01C}">
      <dgm:prSet/>
      <dgm:spPr/>
      <dgm:t>
        <a:bodyPr/>
        <a:lstStyle/>
        <a:p>
          <a:endParaRPr lang="en-US"/>
        </a:p>
      </dgm:t>
    </dgm:pt>
    <dgm:pt modelId="{918A8338-FB08-494A-9B8B-13D20DA4E192}">
      <dgm:prSet/>
      <dgm:spPr/>
      <dgm:t>
        <a:bodyPr/>
        <a:lstStyle/>
        <a:p>
          <a:r>
            <a:rPr lang="en-US"/>
            <a:t>- Visit multiple pages to confirm it's tracking all</a:t>
          </a:r>
        </a:p>
      </dgm:t>
    </dgm:pt>
    <dgm:pt modelId="{0DC9220B-A78B-432B-936A-71FDE198571F}" type="parTrans" cxnId="{5D64CC27-C2DB-4830-9402-8CDBCA017B4B}">
      <dgm:prSet/>
      <dgm:spPr/>
      <dgm:t>
        <a:bodyPr/>
        <a:lstStyle/>
        <a:p>
          <a:endParaRPr lang="en-US"/>
        </a:p>
      </dgm:t>
    </dgm:pt>
    <dgm:pt modelId="{C6B835B0-DBD3-472E-A915-4819BBFBBFE3}" type="sibTrans" cxnId="{5D64CC27-C2DB-4830-9402-8CDBCA017B4B}">
      <dgm:prSet/>
      <dgm:spPr/>
      <dgm:t>
        <a:bodyPr/>
        <a:lstStyle/>
        <a:p>
          <a:endParaRPr lang="en-US"/>
        </a:p>
      </dgm:t>
    </dgm:pt>
    <dgm:pt modelId="{3A3D4DB0-CF5D-436C-A05E-CF4B1A2FEE36}" type="pres">
      <dgm:prSet presAssocID="{F4F10589-8ADA-4FC4-AA01-E5158B00FE11}" presName="root" presStyleCnt="0">
        <dgm:presLayoutVars>
          <dgm:dir/>
          <dgm:resizeHandles val="exact"/>
        </dgm:presLayoutVars>
      </dgm:prSet>
      <dgm:spPr/>
    </dgm:pt>
    <dgm:pt modelId="{A9A64EE2-B2C3-4D3E-83D2-09312E02F054}" type="pres">
      <dgm:prSet presAssocID="{F004C803-A4B5-4997-A823-6DA64467E0B8}" presName="compNode" presStyleCnt="0"/>
      <dgm:spPr/>
    </dgm:pt>
    <dgm:pt modelId="{93DCAB8A-2637-4821-B2CC-58F202DFD1A7}" type="pres">
      <dgm:prSet presAssocID="{F004C803-A4B5-4997-A823-6DA64467E0B8}" presName="bgRect" presStyleLbl="bgShp" presStyleIdx="0" presStyleCnt="4"/>
      <dgm:spPr/>
    </dgm:pt>
    <dgm:pt modelId="{B5FF5AB4-E2DC-4107-BCFA-ED7B353C1DBA}" type="pres">
      <dgm:prSet presAssocID="{F004C803-A4B5-4997-A823-6DA64467E0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51BB81F-FEE0-4E29-8FBD-6C116EDA8228}" type="pres">
      <dgm:prSet presAssocID="{F004C803-A4B5-4997-A823-6DA64467E0B8}" presName="spaceRect" presStyleCnt="0"/>
      <dgm:spPr/>
    </dgm:pt>
    <dgm:pt modelId="{FAD907FF-4A57-44BB-B853-1FE989DFE470}" type="pres">
      <dgm:prSet presAssocID="{F004C803-A4B5-4997-A823-6DA64467E0B8}" presName="parTx" presStyleLbl="revTx" presStyleIdx="0" presStyleCnt="4">
        <dgm:presLayoutVars>
          <dgm:chMax val="0"/>
          <dgm:chPref val="0"/>
        </dgm:presLayoutVars>
      </dgm:prSet>
      <dgm:spPr/>
    </dgm:pt>
    <dgm:pt modelId="{16F7CC47-020B-409C-8B22-682FEA497652}" type="pres">
      <dgm:prSet presAssocID="{2DC0C77F-EFD6-4F11-937D-D925E12C4092}" presName="sibTrans" presStyleCnt="0"/>
      <dgm:spPr/>
    </dgm:pt>
    <dgm:pt modelId="{69F4A958-5749-4D4C-9A5D-B2B43E8A995B}" type="pres">
      <dgm:prSet presAssocID="{CF7FAA58-99FF-46AB-B08E-222AA0FAD831}" presName="compNode" presStyleCnt="0"/>
      <dgm:spPr/>
    </dgm:pt>
    <dgm:pt modelId="{D3D497BE-DA15-45A9-A46D-3744787CF1FB}" type="pres">
      <dgm:prSet presAssocID="{CF7FAA58-99FF-46AB-B08E-222AA0FAD831}" presName="bgRect" presStyleLbl="bgShp" presStyleIdx="1" presStyleCnt="4"/>
      <dgm:spPr/>
    </dgm:pt>
    <dgm:pt modelId="{5F2E2F8F-19B8-4DF6-8911-084C96908FB7}" type="pres">
      <dgm:prSet presAssocID="{CF7FAA58-99FF-46AB-B08E-222AA0FAD8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0CDC356-AB28-4CAF-917A-9DE7DE9504DC}" type="pres">
      <dgm:prSet presAssocID="{CF7FAA58-99FF-46AB-B08E-222AA0FAD831}" presName="spaceRect" presStyleCnt="0"/>
      <dgm:spPr/>
    </dgm:pt>
    <dgm:pt modelId="{A1AC4686-01F7-4EE9-A00F-F8284BA05844}" type="pres">
      <dgm:prSet presAssocID="{CF7FAA58-99FF-46AB-B08E-222AA0FAD831}" presName="parTx" presStyleLbl="revTx" presStyleIdx="1" presStyleCnt="4">
        <dgm:presLayoutVars>
          <dgm:chMax val="0"/>
          <dgm:chPref val="0"/>
        </dgm:presLayoutVars>
      </dgm:prSet>
      <dgm:spPr/>
    </dgm:pt>
    <dgm:pt modelId="{E6C07784-EC74-4B84-A241-746DA134ACBB}" type="pres">
      <dgm:prSet presAssocID="{10CB6CF9-9125-43D0-A317-438761751B27}" presName="sibTrans" presStyleCnt="0"/>
      <dgm:spPr/>
    </dgm:pt>
    <dgm:pt modelId="{AED50D45-8C7C-420D-AA13-413378AF7BB5}" type="pres">
      <dgm:prSet presAssocID="{92CB0AE8-EE89-480C-AE6C-5826A7F07F4C}" presName="compNode" presStyleCnt="0"/>
      <dgm:spPr/>
    </dgm:pt>
    <dgm:pt modelId="{9A189557-16A3-4774-8A9C-772D01134421}" type="pres">
      <dgm:prSet presAssocID="{92CB0AE8-EE89-480C-AE6C-5826A7F07F4C}" presName="bgRect" presStyleLbl="bgShp" presStyleIdx="2" presStyleCnt="4"/>
      <dgm:spPr/>
    </dgm:pt>
    <dgm:pt modelId="{B42DFC30-BC0D-4D52-BA3A-CCCA2DCD4449}" type="pres">
      <dgm:prSet presAssocID="{92CB0AE8-EE89-480C-AE6C-5826A7F07F4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CDC1917-2165-42BC-BE13-AF49C5663EB8}" type="pres">
      <dgm:prSet presAssocID="{92CB0AE8-EE89-480C-AE6C-5826A7F07F4C}" presName="spaceRect" presStyleCnt="0"/>
      <dgm:spPr/>
    </dgm:pt>
    <dgm:pt modelId="{2DF82820-163E-457B-A827-EAE2C6E00A7B}" type="pres">
      <dgm:prSet presAssocID="{92CB0AE8-EE89-480C-AE6C-5826A7F07F4C}" presName="parTx" presStyleLbl="revTx" presStyleIdx="2" presStyleCnt="4">
        <dgm:presLayoutVars>
          <dgm:chMax val="0"/>
          <dgm:chPref val="0"/>
        </dgm:presLayoutVars>
      </dgm:prSet>
      <dgm:spPr/>
    </dgm:pt>
    <dgm:pt modelId="{AAB7C910-7D35-438C-B717-EA3946B92948}" type="pres">
      <dgm:prSet presAssocID="{1AD26368-AAA5-43BA-B6BC-53A91FE16D48}" presName="sibTrans" presStyleCnt="0"/>
      <dgm:spPr/>
    </dgm:pt>
    <dgm:pt modelId="{AF1BCBE1-AB14-4807-9C42-86CFEB1BB3B3}" type="pres">
      <dgm:prSet presAssocID="{918A8338-FB08-494A-9B8B-13D20DA4E192}" presName="compNode" presStyleCnt="0"/>
      <dgm:spPr/>
    </dgm:pt>
    <dgm:pt modelId="{EFB31705-3037-4A34-ABF9-001210403E61}" type="pres">
      <dgm:prSet presAssocID="{918A8338-FB08-494A-9B8B-13D20DA4E192}" presName="bgRect" presStyleLbl="bgShp" presStyleIdx="3" presStyleCnt="4"/>
      <dgm:spPr/>
    </dgm:pt>
    <dgm:pt modelId="{0FCE5796-DD0D-48B4-993A-CEDCB39D68F4}" type="pres">
      <dgm:prSet presAssocID="{918A8338-FB08-494A-9B8B-13D20DA4E1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A7871DC4-3BF0-4701-BBDE-3F1004D72E6A}" type="pres">
      <dgm:prSet presAssocID="{918A8338-FB08-494A-9B8B-13D20DA4E192}" presName="spaceRect" presStyleCnt="0"/>
      <dgm:spPr/>
    </dgm:pt>
    <dgm:pt modelId="{2DC4F5CD-8B36-482F-A029-AD989A17AD35}" type="pres">
      <dgm:prSet presAssocID="{918A8338-FB08-494A-9B8B-13D20DA4E19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86E9A05-51C0-435F-B3AA-65499CC8EAE4}" type="presOf" srcId="{CF7FAA58-99FF-46AB-B08E-222AA0FAD831}" destId="{A1AC4686-01F7-4EE9-A00F-F8284BA05844}" srcOrd="0" destOrd="0" presId="urn:microsoft.com/office/officeart/2018/2/layout/IconVerticalSolidList"/>
    <dgm:cxn modelId="{5D64CC27-C2DB-4830-9402-8CDBCA017B4B}" srcId="{F4F10589-8ADA-4FC4-AA01-E5158B00FE11}" destId="{918A8338-FB08-494A-9B8B-13D20DA4E192}" srcOrd="3" destOrd="0" parTransId="{0DC9220B-A78B-432B-936A-71FDE198571F}" sibTransId="{C6B835B0-DBD3-472E-A915-4819BBFBBFE3}"/>
    <dgm:cxn modelId="{49E8998D-A71F-404E-9EF9-D07E55782BDB}" type="presOf" srcId="{92CB0AE8-EE89-480C-AE6C-5826A7F07F4C}" destId="{2DF82820-163E-457B-A827-EAE2C6E00A7B}" srcOrd="0" destOrd="0" presId="urn:microsoft.com/office/officeart/2018/2/layout/IconVerticalSolidList"/>
    <dgm:cxn modelId="{33B5C391-EF03-4EC8-B22C-38227B156E6C}" srcId="{F4F10589-8ADA-4FC4-AA01-E5158B00FE11}" destId="{F004C803-A4B5-4997-A823-6DA64467E0B8}" srcOrd="0" destOrd="0" parTransId="{E6CA8CB7-D7F6-4A24-8576-D9FA33005799}" sibTransId="{2DC0C77F-EFD6-4F11-937D-D925E12C4092}"/>
    <dgm:cxn modelId="{07BCEDA0-4DC0-460A-A214-59DF45F26A40}" type="presOf" srcId="{918A8338-FB08-494A-9B8B-13D20DA4E192}" destId="{2DC4F5CD-8B36-482F-A029-AD989A17AD35}" srcOrd="0" destOrd="0" presId="urn:microsoft.com/office/officeart/2018/2/layout/IconVerticalSolidList"/>
    <dgm:cxn modelId="{A1F9B3C3-3013-46C9-9F6D-51083687DF68}" type="presOf" srcId="{F004C803-A4B5-4997-A823-6DA64467E0B8}" destId="{FAD907FF-4A57-44BB-B853-1FE989DFE470}" srcOrd="0" destOrd="0" presId="urn:microsoft.com/office/officeart/2018/2/layout/IconVerticalSolidList"/>
    <dgm:cxn modelId="{2655C9C5-B0F9-4C08-8A55-345E3B0CE01C}" srcId="{F4F10589-8ADA-4FC4-AA01-E5158B00FE11}" destId="{92CB0AE8-EE89-480C-AE6C-5826A7F07F4C}" srcOrd="2" destOrd="0" parTransId="{4A0435A7-585A-4F06-97FB-3EDCE0C5E4CD}" sibTransId="{1AD26368-AAA5-43BA-B6BC-53A91FE16D48}"/>
    <dgm:cxn modelId="{84A068E8-A320-4DFC-B9A7-32CCE18BB47B}" type="presOf" srcId="{F4F10589-8ADA-4FC4-AA01-E5158B00FE11}" destId="{3A3D4DB0-CF5D-436C-A05E-CF4B1A2FEE36}" srcOrd="0" destOrd="0" presId="urn:microsoft.com/office/officeart/2018/2/layout/IconVerticalSolidList"/>
    <dgm:cxn modelId="{F7ED48FC-5BC6-48E7-B392-E30DDC700440}" srcId="{F4F10589-8ADA-4FC4-AA01-E5158B00FE11}" destId="{CF7FAA58-99FF-46AB-B08E-222AA0FAD831}" srcOrd="1" destOrd="0" parTransId="{5D007614-1A3E-4ED4-AF93-DDB5FFDBA170}" sibTransId="{10CB6CF9-9125-43D0-A317-438761751B27}"/>
    <dgm:cxn modelId="{36686397-E08C-49CB-9968-CEF54CE96823}" type="presParOf" srcId="{3A3D4DB0-CF5D-436C-A05E-CF4B1A2FEE36}" destId="{A9A64EE2-B2C3-4D3E-83D2-09312E02F054}" srcOrd="0" destOrd="0" presId="urn:microsoft.com/office/officeart/2018/2/layout/IconVerticalSolidList"/>
    <dgm:cxn modelId="{E7AEBB09-6885-48A7-B592-9F621FF0963B}" type="presParOf" srcId="{A9A64EE2-B2C3-4D3E-83D2-09312E02F054}" destId="{93DCAB8A-2637-4821-B2CC-58F202DFD1A7}" srcOrd="0" destOrd="0" presId="urn:microsoft.com/office/officeart/2018/2/layout/IconVerticalSolidList"/>
    <dgm:cxn modelId="{D43D1A5B-D50F-49B8-B7EF-C4C3ACE0117D}" type="presParOf" srcId="{A9A64EE2-B2C3-4D3E-83D2-09312E02F054}" destId="{B5FF5AB4-E2DC-4107-BCFA-ED7B353C1DBA}" srcOrd="1" destOrd="0" presId="urn:microsoft.com/office/officeart/2018/2/layout/IconVerticalSolidList"/>
    <dgm:cxn modelId="{80B404E0-F80D-45E6-91B3-876894E6CFD9}" type="presParOf" srcId="{A9A64EE2-B2C3-4D3E-83D2-09312E02F054}" destId="{E51BB81F-FEE0-4E29-8FBD-6C116EDA8228}" srcOrd="2" destOrd="0" presId="urn:microsoft.com/office/officeart/2018/2/layout/IconVerticalSolidList"/>
    <dgm:cxn modelId="{831099D8-3F9F-4B99-9452-E597037DE18D}" type="presParOf" srcId="{A9A64EE2-B2C3-4D3E-83D2-09312E02F054}" destId="{FAD907FF-4A57-44BB-B853-1FE989DFE470}" srcOrd="3" destOrd="0" presId="urn:microsoft.com/office/officeart/2018/2/layout/IconVerticalSolidList"/>
    <dgm:cxn modelId="{2CA3EEE5-11B5-4377-A53C-7AC1599D79A0}" type="presParOf" srcId="{3A3D4DB0-CF5D-436C-A05E-CF4B1A2FEE36}" destId="{16F7CC47-020B-409C-8B22-682FEA497652}" srcOrd="1" destOrd="0" presId="urn:microsoft.com/office/officeart/2018/2/layout/IconVerticalSolidList"/>
    <dgm:cxn modelId="{7BBDC51D-77F6-4C1B-9B6A-73A52453D313}" type="presParOf" srcId="{3A3D4DB0-CF5D-436C-A05E-CF4B1A2FEE36}" destId="{69F4A958-5749-4D4C-9A5D-B2B43E8A995B}" srcOrd="2" destOrd="0" presId="urn:microsoft.com/office/officeart/2018/2/layout/IconVerticalSolidList"/>
    <dgm:cxn modelId="{1CBA58E2-0876-4326-8F8D-662B44FA0BEC}" type="presParOf" srcId="{69F4A958-5749-4D4C-9A5D-B2B43E8A995B}" destId="{D3D497BE-DA15-45A9-A46D-3744787CF1FB}" srcOrd="0" destOrd="0" presId="urn:microsoft.com/office/officeart/2018/2/layout/IconVerticalSolidList"/>
    <dgm:cxn modelId="{C71E29BE-257F-4D76-8133-101CF11C0DBF}" type="presParOf" srcId="{69F4A958-5749-4D4C-9A5D-B2B43E8A995B}" destId="{5F2E2F8F-19B8-4DF6-8911-084C96908FB7}" srcOrd="1" destOrd="0" presId="urn:microsoft.com/office/officeart/2018/2/layout/IconVerticalSolidList"/>
    <dgm:cxn modelId="{C00F2335-D327-4A39-AC82-E24266CB67EE}" type="presParOf" srcId="{69F4A958-5749-4D4C-9A5D-B2B43E8A995B}" destId="{70CDC356-AB28-4CAF-917A-9DE7DE9504DC}" srcOrd="2" destOrd="0" presId="urn:microsoft.com/office/officeart/2018/2/layout/IconVerticalSolidList"/>
    <dgm:cxn modelId="{F207E589-3CC6-46A4-B55A-08FF7449C2FE}" type="presParOf" srcId="{69F4A958-5749-4D4C-9A5D-B2B43E8A995B}" destId="{A1AC4686-01F7-4EE9-A00F-F8284BA05844}" srcOrd="3" destOrd="0" presId="urn:microsoft.com/office/officeart/2018/2/layout/IconVerticalSolidList"/>
    <dgm:cxn modelId="{C3505D2F-A4EA-45CE-B837-9EC989D240EC}" type="presParOf" srcId="{3A3D4DB0-CF5D-436C-A05E-CF4B1A2FEE36}" destId="{E6C07784-EC74-4B84-A241-746DA134ACBB}" srcOrd="3" destOrd="0" presId="urn:microsoft.com/office/officeart/2018/2/layout/IconVerticalSolidList"/>
    <dgm:cxn modelId="{50DFE861-45DF-4F19-AC11-DA179780937D}" type="presParOf" srcId="{3A3D4DB0-CF5D-436C-A05E-CF4B1A2FEE36}" destId="{AED50D45-8C7C-420D-AA13-413378AF7BB5}" srcOrd="4" destOrd="0" presId="urn:microsoft.com/office/officeart/2018/2/layout/IconVerticalSolidList"/>
    <dgm:cxn modelId="{A36E640E-1868-469D-B4C7-5A1B1F025C74}" type="presParOf" srcId="{AED50D45-8C7C-420D-AA13-413378AF7BB5}" destId="{9A189557-16A3-4774-8A9C-772D01134421}" srcOrd="0" destOrd="0" presId="urn:microsoft.com/office/officeart/2018/2/layout/IconVerticalSolidList"/>
    <dgm:cxn modelId="{9D4B8D94-F31C-48C6-9A40-5CFC4359A77C}" type="presParOf" srcId="{AED50D45-8C7C-420D-AA13-413378AF7BB5}" destId="{B42DFC30-BC0D-4D52-BA3A-CCCA2DCD4449}" srcOrd="1" destOrd="0" presId="urn:microsoft.com/office/officeart/2018/2/layout/IconVerticalSolidList"/>
    <dgm:cxn modelId="{DAA54BDD-88B0-4388-9E78-7E6C418B9DB6}" type="presParOf" srcId="{AED50D45-8C7C-420D-AA13-413378AF7BB5}" destId="{BCDC1917-2165-42BC-BE13-AF49C5663EB8}" srcOrd="2" destOrd="0" presId="urn:microsoft.com/office/officeart/2018/2/layout/IconVerticalSolidList"/>
    <dgm:cxn modelId="{7A43D11F-8CDB-48C0-95C9-3BA61FD7F610}" type="presParOf" srcId="{AED50D45-8C7C-420D-AA13-413378AF7BB5}" destId="{2DF82820-163E-457B-A827-EAE2C6E00A7B}" srcOrd="3" destOrd="0" presId="urn:microsoft.com/office/officeart/2018/2/layout/IconVerticalSolidList"/>
    <dgm:cxn modelId="{D09158CE-4179-4A2A-9410-CB58A569B864}" type="presParOf" srcId="{3A3D4DB0-CF5D-436C-A05E-CF4B1A2FEE36}" destId="{AAB7C910-7D35-438C-B717-EA3946B92948}" srcOrd="5" destOrd="0" presId="urn:microsoft.com/office/officeart/2018/2/layout/IconVerticalSolidList"/>
    <dgm:cxn modelId="{075FC489-EC0A-4D9F-9520-7F31574E97EE}" type="presParOf" srcId="{3A3D4DB0-CF5D-436C-A05E-CF4B1A2FEE36}" destId="{AF1BCBE1-AB14-4807-9C42-86CFEB1BB3B3}" srcOrd="6" destOrd="0" presId="urn:microsoft.com/office/officeart/2018/2/layout/IconVerticalSolidList"/>
    <dgm:cxn modelId="{AE2DF30D-D2CD-427C-8550-E345C8533E89}" type="presParOf" srcId="{AF1BCBE1-AB14-4807-9C42-86CFEB1BB3B3}" destId="{EFB31705-3037-4A34-ABF9-001210403E61}" srcOrd="0" destOrd="0" presId="urn:microsoft.com/office/officeart/2018/2/layout/IconVerticalSolidList"/>
    <dgm:cxn modelId="{1EC33663-D95E-47A9-8DDC-D78A61570664}" type="presParOf" srcId="{AF1BCBE1-AB14-4807-9C42-86CFEB1BB3B3}" destId="{0FCE5796-DD0D-48B4-993A-CEDCB39D68F4}" srcOrd="1" destOrd="0" presId="urn:microsoft.com/office/officeart/2018/2/layout/IconVerticalSolidList"/>
    <dgm:cxn modelId="{E7617BBA-7324-4959-9930-E3C4ADB38378}" type="presParOf" srcId="{AF1BCBE1-AB14-4807-9C42-86CFEB1BB3B3}" destId="{A7871DC4-3BF0-4701-BBDE-3F1004D72E6A}" srcOrd="2" destOrd="0" presId="urn:microsoft.com/office/officeart/2018/2/layout/IconVerticalSolidList"/>
    <dgm:cxn modelId="{5D8D572A-F3BF-47F5-B1F4-DE8BE56DD65C}" type="presParOf" srcId="{AF1BCBE1-AB14-4807-9C42-86CFEB1BB3B3}" destId="{2DC4F5CD-8B36-482F-A029-AD989A17AD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B9C9D9-2E3F-49A3-B4DC-652DD7939C3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156ED21-9CEC-4E2A-87E8-2A7FABA51EC2}">
      <dgm:prSet/>
      <dgm:spPr/>
      <dgm:t>
        <a:bodyPr/>
        <a:lstStyle/>
        <a:p>
          <a:r>
            <a:rPr lang="en-US"/>
            <a:t>Easy to integrate GA with Quarto + GitHub Pages</a:t>
          </a:r>
        </a:p>
      </dgm:t>
    </dgm:pt>
    <dgm:pt modelId="{7F9440F6-1D18-4CE6-B1EB-EE72B39D2261}" type="parTrans" cxnId="{7E709055-CF2A-4C12-841E-CB91E8655129}">
      <dgm:prSet/>
      <dgm:spPr/>
      <dgm:t>
        <a:bodyPr/>
        <a:lstStyle/>
        <a:p>
          <a:endParaRPr lang="en-US"/>
        </a:p>
      </dgm:t>
    </dgm:pt>
    <dgm:pt modelId="{33F05912-87F9-4E71-A716-F4A67820D6CB}" type="sibTrans" cxnId="{7E709055-CF2A-4C12-841E-CB91E8655129}">
      <dgm:prSet/>
      <dgm:spPr/>
      <dgm:t>
        <a:bodyPr/>
        <a:lstStyle/>
        <a:p>
          <a:endParaRPr lang="en-US"/>
        </a:p>
      </dgm:t>
    </dgm:pt>
    <dgm:pt modelId="{DBF26764-626A-40E8-A309-4B6AC4DCA98D}">
      <dgm:prSet/>
      <dgm:spPr/>
      <dgm:t>
        <a:bodyPr/>
        <a:lstStyle/>
        <a:p>
          <a:r>
            <a:rPr lang="en-US"/>
            <a:t>Only needed one script file and config line</a:t>
          </a:r>
        </a:p>
      </dgm:t>
    </dgm:pt>
    <dgm:pt modelId="{C48383EF-8B4B-42C5-BD86-EE7B76DC7831}" type="parTrans" cxnId="{FC3D7368-750D-49BC-8BFD-3A17E1DB9320}">
      <dgm:prSet/>
      <dgm:spPr/>
      <dgm:t>
        <a:bodyPr/>
        <a:lstStyle/>
        <a:p>
          <a:endParaRPr lang="en-US"/>
        </a:p>
      </dgm:t>
    </dgm:pt>
    <dgm:pt modelId="{2CC0EAB0-EAA9-458A-AD48-001D55F30E33}" type="sibTrans" cxnId="{FC3D7368-750D-49BC-8BFD-3A17E1DB9320}">
      <dgm:prSet/>
      <dgm:spPr/>
      <dgm:t>
        <a:bodyPr/>
        <a:lstStyle/>
        <a:p>
          <a:endParaRPr lang="en-US"/>
        </a:p>
      </dgm:t>
    </dgm:pt>
    <dgm:pt modelId="{2D9AEEB8-2B38-4A0D-BA58-49A263E9BA9C}">
      <dgm:prSet/>
      <dgm:spPr/>
      <dgm:t>
        <a:bodyPr/>
        <a:lstStyle/>
        <a:p>
          <a:r>
            <a:rPr lang="en-US"/>
            <a:t>Now tracking site traffic and user behavior</a:t>
          </a:r>
        </a:p>
      </dgm:t>
    </dgm:pt>
    <dgm:pt modelId="{E25B4467-4B2E-453B-89C7-228771EF9ED1}" type="parTrans" cxnId="{9E5983F2-3462-460B-A362-235E7D81F0D2}">
      <dgm:prSet/>
      <dgm:spPr/>
      <dgm:t>
        <a:bodyPr/>
        <a:lstStyle/>
        <a:p>
          <a:endParaRPr lang="en-US"/>
        </a:p>
      </dgm:t>
    </dgm:pt>
    <dgm:pt modelId="{EFB3C647-ABDF-4290-9F72-8FCF37365582}" type="sibTrans" cxnId="{9E5983F2-3462-460B-A362-235E7D81F0D2}">
      <dgm:prSet/>
      <dgm:spPr/>
      <dgm:t>
        <a:bodyPr/>
        <a:lstStyle/>
        <a:p>
          <a:endParaRPr lang="en-US"/>
        </a:p>
      </dgm:t>
    </dgm:pt>
    <dgm:pt modelId="{9B746E6B-0AFE-45E8-A3DD-EFB0E6849AF5}">
      <dgm:prSet/>
      <dgm:spPr/>
      <dgm:t>
        <a:bodyPr/>
        <a:lstStyle/>
        <a:p>
          <a:r>
            <a:rPr lang="en-US"/>
            <a:t>Great for personal branding and portfolio insights</a:t>
          </a:r>
        </a:p>
      </dgm:t>
    </dgm:pt>
    <dgm:pt modelId="{5DF560F3-7F64-42C0-94BA-5E4C040CF9F9}" type="parTrans" cxnId="{C7C58161-C1F1-4B59-B7E2-6B861231085C}">
      <dgm:prSet/>
      <dgm:spPr/>
      <dgm:t>
        <a:bodyPr/>
        <a:lstStyle/>
        <a:p>
          <a:endParaRPr lang="en-US"/>
        </a:p>
      </dgm:t>
    </dgm:pt>
    <dgm:pt modelId="{89F78AD1-F82A-44AA-B546-0C0158B16318}" type="sibTrans" cxnId="{C7C58161-C1F1-4B59-B7E2-6B861231085C}">
      <dgm:prSet/>
      <dgm:spPr/>
      <dgm:t>
        <a:bodyPr/>
        <a:lstStyle/>
        <a:p>
          <a:endParaRPr lang="en-US"/>
        </a:p>
      </dgm:t>
    </dgm:pt>
    <dgm:pt modelId="{90585075-3A12-4DE4-A9CD-E0984C4482D1}" type="pres">
      <dgm:prSet presAssocID="{6AB9C9D9-2E3F-49A3-B4DC-652DD7939C38}" presName="vert0" presStyleCnt="0">
        <dgm:presLayoutVars>
          <dgm:dir/>
          <dgm:animOne val="branch"/>
          <dgm:animLvl val="lvl"/>
        </dgm:presLayoutVars>
      </dgm:prSet>
      <dgm:spPr/>
    </dgm:pt>
    <dgm:pt modelId="{E956D4A3-F726-43BB-BA6A-B29AEC603FA3}" type="pres">
      <dgm:prSet presAssocID="{D156ED21-9CEC-4E2A-87E8-2A7FABA51EC2}" presName="thickLine" presStyleLbl="alignNode1" presStyleIdx="0" presStyleCnt="4"/>
      <dgm:spPr/>
    </dgm:pt>
    <dgm:pt modelId="{AA439C78-F62F-4540-A8D6-2F52EE2C9DD1}" type="pres">
      <dgm:prSet presAssocID="{D156ED21-9CEC-4E2A-87E8-2A7FABA51EC2}" presName="horz1" presStyleCnt="0"/>
      <dgm:spPr/>
    </dgm:pt>
    <dgm:pt modelId="{1E9D01C2-54D3-4AF6-91F2-640A60D6959E}" type="pres">
      <dgm:prSet presAssocID="{D156ED21-9CEC-4E2A-87E8-2A7FABA51EC2}" presName="tx1" presStyleLbl="revTx" presStyleIdx="0" presStyleCnt="4"/>
      <dgm:spPr/>
    </dgm:pt>
    <dgm:pt modelId="{434BE28A-0D4A-4779-AB07-06A13571D568}" type="pres">
      <dgm:prSet presAssocID="{D156ED21-9CEC-4E2A-87E8-2A7FABA51EC2}" presName="vert1" presStyleCnt="0"/>
      <dgm:spPr/>
    </dgm:pt>
    <dgm:pt modelId="{816D1D44-38C5-4FA8-8EBC-E0EC0261A3BF}" type="pres">
      <dgm:prSet presAssocID="{DBF26764-626A-40E8-A309-4B6AC4DCA98D}" presName="thickLine" presStyleLbl="alignNode1" presStyleIdx="1" presStyleCnt="4"/>
      <dgm:spPr/>
    </dgm:pt>
    <dgm:pt modelId="{3E16A259-0174-4B10-9CB8-1CAEE7B17C39}" type="pres">
      <dgm:prSet presAssocID="{DBF26764-626A-40E8-A309-4B6AC4DCA98D}" presName="horz1" presStyleCnt="0"/>
      <dgm:spPr/>
    </dgm:pt>
    <dgm:pt modelId="{0194917B-43E0-45FB-A871-E8F9F4FDE904}" type="pres">
      <dgm:prSet presAssocID="{DBF26764-626A-40E8-A309-4B6AC4DCA98D}" presName="tx1" presStyleLbl="revTx" presStyleIdx="1" presStyleCnt="4"/>
      <dgm:spPr/>
    </dgm:pt>
    <dgm:pt modelId="{F18B0B55-E01D-47B8-ADC8-70A0F6928D6D}" type="pres">
      <dgm:prSet presAssocID="{DBF26764-626A-40E8-A309-4B6AC4DCA98D}" presName="vert1" presStyleCnt="0"/>
      <dgm:spPr/>
    </dgm:pt>
    <dgm:pt modelId="{7F309834-FEF7-4B57-9661-406326590E13}" type="pres">
      <dgm:prSet presAssocID="{2D9AEEB8-2B38-4A0D-BA58-49A263E9BA9C}" presName="thickLine" presStyleLbl="alignNode1" presStyleIdx="2" presStyleCnt="4"/>
      <dgm:spPr/>
    </dgm:pt>
    <dgm:pt modelId="{7890C0AE-D6EF-4617-A9BA-8E1ED64F9041}" type="pres">
      <dgm:prSet presAssocID="{2D9AEEB8-2B38-4A0D-BA58-49A263E9BA9C}" presName="horz1" presStyleCnt="0"/>
      <dgm:spPr/>
    </dgm:pt>
    <dgm:pt modelId="{A69E20F9-7FFB-4685-9196-942B6E87F4FE}" type="pres">
      <dgm:prSet presAssocID="{2D9AEEB8-2B38-4A0D-BA58-49A263E9BA9C}" presName="tx1" presStyleLbl="revTx" presStyleIdx="2" presStyleCnt="4"/>
      <dgm:spPr/>
    </dgm:pt>
    <dgm:pt modelId="{6A952538-A607-4ABC-B78E-DD06D9A98708}" type="pres">
      <dgm:prSet presAssocID="{2D9AEEB8-2B38-4A0D-BA58-49A263E9BA9C}" presName="vert1" presStyleCnt="0"/>
      <dgm:spPr/>
    </dgm:pt>
    <dgm:pt modelId="{45164222-B55C-4CFE-AED9-EAB85EE59F1D}" type="pres">
      <dgm:prSet presAssocID="{9B746E6B-0AFE-45E8-A3DD-EFB0E6849AF5}" presName="thickLine" presStyleLbl="alignNode1" presStyleIdx="3" presStyleCnt="4"/>
      <dgm:spPr/>
    </dgm:pt>
    <dgm:pt modelId="{83A47C6C-F597-478B-AF83-28A94B2E3191}" type="pres">
      <dgm:prSet presAssocID="{9B746E6B-0AFE-45E8-A3DD-EFB0E6849AF5}" presName="horz1" presStyleCnt="0"/>
      <dgm:spPr/>
    </dgm:pt>
    <dgm:pt modelId="{EE0DBE32-185A-4C8E-A72C-549D39C0F414}" type="pres">
      <dgm:prSet presAssocID="{9B746E6B-0AFE-45E8-A3DD-EFB0E6849AF5}" presName="tx1" presStyleLbl="revTx" presStyleIdx="3" presStyleCnt="4"/>
      <dgm:spPr/>
    </dgm:pt>
    <dgm:pt modelId="{1E16E449-EA3A-4189-BE9A-2E91C5C883BE}" type="pres">
      <dgm:prSet presAssocID="{9B746E6B-0AFE-45E8-A3DD-EFB0E6849AF5}" presName="vert1" presStyleCnt="0"/>
      <dgm:spPr/>
    </dgm:pt>
  </dgm:ptLst>
  <dgm:cxnLst>
    <dgm:cxn modelId="{CB174017-7770-49A0-A816-9AA7E3383555}" type="presOf" srcId="{DBF26764-626A-40E8-A309-4B6AC4DCA98D}" destId="{0194917B-43E0-45FB-A871-E8F9F4FDE904}" srcOrd="0" destOrd="0" presId="urn:microsoft.com/office/officeart/2008/layout/LinedList"/>
    <dgm:cxn modelId="{C7C58161-C1F1-4B59-B7E2-6B861231085C}" srcId="{6AB9C9D9-2E3F-49A3-B4DC-652DD7939C38}" destId="{9B746E6B-0AFE-45E8-A3DD-EFB0E6849AF5}" srcOrd="3" destOrd="0" parTransId="{5DF560F3-7F64-42C0-94BA-5E4C040CF9F9}" sibTransId="{89F78AD1-F82A-44AA-B546-0C0158B16318}"/>
    <dgm:cxn modelId="{FC3D7368-750D-49BC-8BFD-3A17E1DB9320}" srcId="{6AB9C9D9-2E3F-49A3-B4DC-652DD7939C38}" destId="{DBF26764-626A-40E8-A309-4B6AC4DCA98D}" srcOrd="1" destOrd="0" parTransId="{C48383EF-8B4B-42C5-BD86-EE7B76DC7831}" sibTransId="{2CC0EAB0-EAA9-458A-AD48-001D55F30E33}"/>
    <dgm:cxn modelId="{7E709055-CF2A-4C12-841E-CB91E8655129}" srcId="{6AB9C9D9-2E3F-49A3-B4DC-652DD7939C38}" destId="{D156ED21-9CEC-4E2A-87E8-2A7FABA51EC2}" srcOrd="0" destOrd="0" parTransId="{7F9440F6-1D18-4CE6-B1EB-EE72B39D2261}" sibTransId="{33F05912-87F9-4E71-A716-F4A67820D6CB}"/>
    <dgm:cxn modelId="{9BAE295A-AB5A-46BA-83EE-A8699D733887}" type="presOf" srcId="{9B746E6B-0AFE-45E8-A3DD-EFB0E6849AF5}" destId="{EE0DBE32-185A-4C8E-A72C-549D39C0F414}" srcOrd="0" destOrd="0" presId="urn:microsoft.com/office/officeart/2008/layout/LinedList"/>
    <dgm:cxn modelId="{F3019AA6-544C-4A8B-B1BF-82B649C8F033}" type="presOf" srcId="{D156ED21-9CEC-4E2A-87E8-2A7FABA51EC2}" destId="{1E9D01C2-54D3-4AF6-91F2-640A60D6959E}" srcOrd="0" destOrd="0" presId="urn:microsoft.com/office/officeart/2008/layout/LinedList"/>
    <dgm:cxn modelId="{4A62AEA8-8998-41FA-9CD9-E8F00C5FDCE4}" type="presOf" srcId="{2D9AEEB8-2B38-4A0D-BA58-49A263E9BA9C}" destId="{A69E20F9-7FFB-4685-9196-942B6E87F4FE}" srcOrd="0" destOrd="0" presId="urn:microsoft.com/office/officeart/2008/layout/LinedList"/>
    <dgm:cxn modelId="{B513CAB0-B15F-4677-BAB3-440E026DF49F}" type="presOf" srcId="{6AB9C9D9-2E3F-49A3-B4DC-652DD7939C38}" destId="{90585075-3A12-4DE4-A9CD-E0984C4482D1}" srcOrd="0" destOrd="0" presId="urn:microsoft.com/office/officeart/2008/layout/LinedList"/>
    <dgm:cxn modelId="{9E5983F2-3462-460B-A362-235E7D81F0D2}" srcId="{6AB9C9D9-2E3F-49A3-B4DC-652DD7939C38}" destId="{2D9AEEB8-2B38-4A0D-BA58-49A263E9BA9C}" srcOrd="2" destOrd="0" parTransId="{E25B4467-4B2E-453B-89C7-228771EF9ED1}" sibTransId="{EFB3C647-ABDF-4290-9F72-8FCF37365582}"/>
    <dgm:cxn modelId="{9DCBC254-CF3B-4847-ACAC-C84FD0D93222}" type="presParOf" srcId="{90585075-3A12-4DE4-A9CD-E0984C4482D1}" destId="{E956D4A3-F726-43BB-BA6A-B29AEC603FA3}" srcOrd="0" destOrd="0" presId="urn:microsoft.com/office/officeart/2008/layout/LinedList"/>
    <dgm:cxn modelId="{985E2E59-9131-40BE-BC90-CEB3307F4A5F}" type="presParOf" srcId="{90585075-3A12-4DE4-A9CD-E0984C4482D1}" destId="{AA439C78-F62F-4540-A8D6-2F52EE2C9DD1}" srcOrd="1" destOrd="0" presId="urn:microsoft.com/office/officeart/2008/layout/LinedList"/>
    <dgm:cxn modelId="{FD7ADEE0-932C-499F-865A-47F5395E7CBB}" type="presParOf" srcId="{AA439C78-F62F-4540-A8D6-2F52EE2C9DD1}" destId="{1E9D01C2-54D3-4AF6-91F2-640A60D6959E}" srcOrd="0" destOrd="0" presId="urn:microsoft.com/office/officeart/2008/layout/LinedList"/>
    <dgm:cxn modelId="{6E462EA5-65E9-402B-85BC-C464F944541D}" type="presParOf" srcId="{AA439C78-F62F-4540-A8D6-2F52EE2C9DD1}" destId="{434BE28A-0D4A-4779-AB07-06A13571D568}" srcOrd="1" destOrd="0" presId="urn:microsoft.com/office/officeart/2008/layout/LinedList"/>
    <dgm:cxn modelId="{F00B92BF-2383-44DD-A1ED-56DF9CD25B12}" type="presParOf" srcId="{90585075-3A12-4DE4-A9CD-E0984C4482D1}" destId="{816D1D44-38C5-4FA8-8EBC-E0EC0261A3BF}" srcOrd="2" destOrd="0" presId="urn:microsoft.com/office/officeart/2008/layout/LinedList"/>
    <dgm:cxn modelId="{5F41087E-6D80-4881-9618-AAC243D9794F}" type="presParOf" srcId="{90585075-3A12-4DE4-A9CD-E0984C4482D1}" destId="{3E16A259-0174-4B10-9CB8-1CAEE7B17C39}" srcOrd="3" destOrd="0" presId="urn:microsoft.com/office/officeart/2008/layout/LinedList"/>
    <dgm:cxn modelId="{C22B54BD-930B-4DF8-8989-B867952C15B8}" type="presParOf" srcId="{3E16A259-0174-4B10-9CB8-1CAEE7B17C39}" destId="{0194917B-43E0-45FB-A871-E8F9F4FDE904}" srcOrd="0" destOrd="0" presId="urn:microsoft.com/office/officeart/2008/layout/LinedList"/>
    <dgm:cxn modelId="{DEE18AF3-F8C1-4B0E-AA04-159CE88D0DBB}" type="presParOf" srcId="{3E16A259-0174-4B10-9CB8-1CAEE7B17C39}" destId="{F18B0B55-E01D-47B8-ADC8-70A0F6928D6D}" srcOrd="1" destOrd="0" presId="urn:microsoft.com/office/officeart/2008/layout/LinedList"/>
    <dgm:cxn modelId="{68D3D56F-EF9B-4F06-BBE2-59B029D9DB57}" type="presParOf" srcId="{90585075-3A12-4DE4-A9CD-E0984C4482D1}" destId="{7F309834-FEF7-4B57-9661-406326590E13}" srcOrd="4" destOrd="0" presId="urn:microsoft.com/office/officeart/2008/layout/LinedList"/>
    <dgm:cxn modelId="{5221BA7D-BE6A-4E53-9264-FB2EF741C727}" type="presParOf" srcId="{90585075-3A12-4DE4-A9CD-E0984C4482D1}" destId="{7890C0AE-D6EF-4617-A9BA-8E1ED64F9041}" srcOrd="5" destOrd="0" presId="urn:microsoft.com/office/officeart/2008/layout/LinedList"/>
    <dgm:cxn modelId="{A638975A-C049-4A03-B16C-53775BE23160}" type="presParOf" srcId="{7890C0AE-D6EF-4617-A9BA-8E1ED64F9041}" destId="{A69E20F9-7FFB-4685-9196-942B6E87F4FE}" srcOrd="0" destOrd="0" presId="urn:microsoft.com/office/officeart/2008/layout/LinedList"/>
    <dgm:cxn modelId="{8C8D8E74-3107-4E39-BD8E-3F5640130AD6}" type="presParOf" srcId="{7890C0AE-D6EF-4617-A9BA-8E1ED64F9041}" destId="{6A952538-A607-4ABC-B78E-DD06D9A98708}" srcOrd="1" destOrd="0" presId="urn:microsoft.com/office/officeart/2008/layout/LinedList"/>
    <dgm:cxn modelId="{DCB7E961-44F1-451D-B01D-BE6E41D259C7}" type="presParOf" srcId="{90585075-3A12-4DE4-A9CD-E0984C4482D1}" destId="{45164222-B55C-4CFE-AED9-EAB85EE59F1D}" srcOrd="6" destOrd="0" presId="urn:microsoft.com/office/officeart/2008/layout/LinedList"/>
    <dgm:cxn modelId="{99C01FE9-AC20-4E12-A4EC-5D2637E6D10F}" type="presParOf" srcId="{90585075-3A12-4DE4-A9CD-E0984C4482D1}" destId="{83A47C6C-F597-478B-AF83-28A94B2E3191}" srcOrd="7" destOrd="0" presId="urn:microsoft.com/office/officeart/2008/layout/LinedList"/>
    <dgm:cxn modelId="{5F9FDDD7-F31B-4F0B-AED7-CA7C6CC79171}" type="presParOf" srcId="{83A47C6C-F597-478B-AF83-28A94B2E3191}" destId="{EE0DBE32-185A-4C8E-A72C-549D39C0F414}" srcOrd="0" destOrd="0" presId="urn:microsoft.com/office/officeart/2008/layout/LinedList"/>
    <dgm:cxn modelId="{C6A2CFFE-5A76-4B06-9177-EB5BE371C8FC}" type="presParOf" srcId="{83A47C6C-F597-478B-AF83-28A94B2E3191}" destId="{1E16E449-EA3A-4189-BE9A-2E91C5C883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4FADA-429E-47AD-8A97-E2FF5AC2675E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Personal website: https://kevinasc4.github.io/</a:t>
          </a:r>
        </a:p>
      </dsp:txBody>
      <dsp:txXfrm>
        <a:off x="23773" y="23773"/>
        <a:ext cx="5612256" cy="764123"/>
      </dsp:txXfrm>
    </dsp:sp>
    <dsp:sp modelId="{1305F7FE-0F05-4924-9294-2269D809EAC3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Hosted using GitHub Pages</a:t>
          </a:r>
        </a:p>
      </dsp:txBody>
      <dsp:txXfrm>
        <a:off x="572896" y="983018"/>
        <a:ext cx="5432442" cy="764123"/>
      </dsp:txXfrm>
    </dsp:sp>
    <dsp:sp modelId="{9C647C72-5FB6-4370-8186-BE253C866933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Built with Quarto</a:t>
          </a:r>
        </a:p>
      </dsp:txBody>
      <dsp:txXfrm>
        <a:off x="1113823" y="1942263"/>
        <a:ext cx="5440638" cy="764123"/>
      </dsp:txXfrm>
    </dsp:sp>
    <dsp:sp modelId="{204AD6D6-8A46-4B35-B811-CAC4262792C2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Goal: Add Google Analytics to track site traffic</a:t>
          </a:r>
        </a:p>
      </dsp:txBody>
      <dsp:txXfrm>
        <a:off x="1662947" y="2901508"/>
        <a:ext cx="5432442" cy="764123"/>
      </dsp:txXfrm>
    </dsp:sp>
    <dsp:sp modelId="{ABE786CC-5B65-4649-A62E-838BE6B9D831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FB78FAB6-0ACD-4F47-A896-141A53055BF2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2B2412C3-EC73-4063-8DDE-95757ABDDE20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4E6D1E-F0DF-49C0-A36B-EE84B86E3FBB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9418B-9E4B-47FD-9359-6C880C28AB9E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9CE2C-D725-4F1F-8B8C-11113C08FC8A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Go to analytics.google.com</a:t>
          </a:r>
        </a:p>
      </dsp:txBody>
      <dsp:txXfrm>
        <a:off x="1339618" y="2288"/>
        <a:ext cx="3433549" cy="1159843"/>
      </dsp:txXfrm>
    </dsp:sp>
    <dsp:sp modelId="{6D22A49A-9861-4C98-8303-73D3F98BFCF5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B1640-AA44-4952-B192-981303CD813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B447A-EFE1-4B4A-AECA-E70AA7093501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Create a new “property”</a:t>
          </a:r>
        </a:p>
      </dsp:txBody>
      <dsp:txXfrm>
        <a:off x="1339618" y="1452092"/>
        <a:ext cx="3433549" cy="1159843"/>
      </dsp:txXfrm>
    </dsp:sp>
    <dsp:sp modelId="{480FEE0F-5543-4759-B9A2-5ACB6742A062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AB819-8523-4FAC-8C15-09DB49C0F76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73894-944A-418D-BC6F-5EC79533070B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Set up a Web stream using button</a:t>
          </a:r>
        </a:p>
      </dsp:txBody>
      <dsp:txXfrm>
        <a:off x="1339618" y="2901896"/>
        <a:ext cx="3433549" cy="1159843"/>
      </dsp:txXfrm>
    </dsp:sp>
    <dsp:sp modelId="{EF8BE09D-2FB0-4BEF-BFEF-6454D23BEFE6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C2E051-6E83-4CAA-AC76-EC4BE3270688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93B298-F67D-4311-AC58-D207632ABF55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Copy your Measurement ID (e.g., G-XXXXXXXXXX) and script</a:t>
          </a:r>
        </a:p>
      </dsp:txBody>
      <dsp:txXfrm>
        <a:off x="1339618" y="4351700"/>
        <a:ext cx="3433549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0635-49D8-456B-BE50-97D1868A9D66}">
      <dsp:nvSpPr>
        <dsp:cNvPr id="0" name=""/>
        <dsp:cNvSpPr/>
      </dsp:nvSpPr>
      <dsp:spPr>
        <a:xfrm>
          <a:off x="-446549" y="10350"/>
          <a:ext cx="4773168" cy="11564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FAA6E-767C-49F7-AB08-1DA267EF72EA}">
      <dsp:nvSpPr>
        <dsp:cNvPr id="0" name=""/>
        <dsp:cNvSpPr/>
      </dsp:nvSpPr>
      <dsp:spPr>
        <a:xfrm>
          <a:off x="-96723" y="270551"/>
          <a:ext cx="636046" cy="636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5780D-D82D-4761-BFDF-0518324D6CE7}">
      <dsp:nvSpPr>
        <dsp:cNvPr id="0" name=""/>
        <dsp:cNvSpPr/>
      </dsp:nvSpPr>
      <dsp:spPr>
        <a:xfrm>
          <a:off x="889148" y="10350"/>
          <a:ext cx="3434857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Create a file named `analytics.html`</a:t>
          </a:r>
        </a:p>
      </dsp:txBody>
      <dsp:txXfrm>
        <a:off x="889148" y="10350"/>
        <a:ext cx="3434857" cy="1156448"/>
      </dsp:txXfrm>
    </dsp:sp>
    <dsp:sp modelId="{F1E0EA85-8670-449A-8A93-5534725787DD}">
      <dsp:nvSpPr>
        <dsp:cNvPr id="0" name=""/>
        <dsp:cNvSpPr/>
      </dsp:nvSpPr>
      <dsp:spPr>
        <a:xfrm>
          <a:off x="-446549" y="1455911"/>
          <a:ext cx="4773168" cy="11564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CDC65-D52F-4B2D-A3C6-0D3F7E72D054}">
      <dsp:nvSpPr>
        <dsp:cNvPr id="0" name=""/>
        <dsp:cNvSpPr/>
      </dsp:nvSpPr>
      <dsp:spPr>
        <a:xfrm>
          <a:off x="-96723" y="1716112"/>
          <a:ext cx="636046" cy="636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249CD-0B2E-41DD-8818-F462625EE204}">
      <dsp:nvSpPr>
        <dsp:cNvPr id="0" name=""/>
        <dsp:cNvSpPr/>
      </dsp:nvSpPr>
      <dsp:spPr>
        <a:xfrm>
          <a:off x="889148" y="1455911"/>
          <a:ext cx="3434857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Paste the GA tracking script from Google</a:t>
          </a:r>
        </a:p>
      </dsp:txBody>
      <dsp:txXfrm>
        <a:off x="889148" y="1455911"/>
        <a:ext cx="3434857" cy="1156448"/>
      </dsp:txXfrm>
    </dsp:sp>
    <dsp:sp modelId="{52F38B32-ECB8-4507-A97F-999DDC61BBA2}">
      <dsp:nvSpPr>
        <dsp:cNvPr id="0" name=""/>
        <dsp:cNvSpPr/>
      </dsp:nvSpPr>
      <dsp:spPr>
        <a:xfrm>
          <a:off x="-446549" y="2901472"/>
          <a:ext cx="4773168" cy="11564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BCA23E-0051-420E-8122-B3A19BD9A6FF}">
      <dsp:nvSpPr>
        <dsp:cNvPr id="0" name=""/>
        <dsp:cNvSpPr/>
      </dsp:nvSpPr>
      <dsp:spPr>
        <a:xfrm>
          <a:off x="-96723" y="3161672"/>
          <a:ext cx="636046" cy="6360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628AA-9110-464B-AE82-EA84E395B378}">
      <dsp:nvSpPr>
        <dsp:cNvPr id="0" name=""/>
        <dsp:cNvSpPr/>
      </dsp:nvSpPr>
      <dsp:spPr>
        <a:xfrm>
          <a:off x="889148" y="2901472"/>
          <a:ext cx="3434857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Reference it in `_quarto.yml`:</a:t>
          </a:r>
        </a:p>
      </dsp:txBody>
      <dsp:txXfrm>
        <a:off x="889148" y="2901472"/>
        <a:ext cx="3434857" cy="1156448"/>
      </dsp:txXfrm>
    </dsp:sp>
    <dsp:sp modelId="{27FDC268-B3EB-4263-80A7-30EAF244E528}">
      <dsp:nvSpPr>
        <dsp:cNvPr id="0" name=""/>
        <dsp:cNvSpPr/>
      </dsp:nvSpPr>
      <dsp:spPr>
        <a:xfrm>
          <a:off x="-446549" y="4347032"/>
          <a:ext cx="4773168" cy="11564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5E454-5F1B-4C8D-94E2-520CD2E4ECE0}">
      <dsp:nvSpPr>
        <dsp:cNvPr id="0" name=""/>
        <dsp:cNvSpPr/>
      </dsp:nvSpPr>
      <dsp:spPr>
        <a:xfrm>
          <a:off x="-96723" y="4607233"/>
          <a:ext cx="636046" cy="6360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5FC818-0BD3-429C-A410-1C5EC957E864}">
      <dsp:nvSpPr>
        <dsp:cNvPr id="0" name=""/>
        <dsp:cNvSpPr/>
      </dsp:nvSpPr>
      <dsp:spPr>
        <a:xfrm>
          <a:off x="889148" y="4347032"/>
          <a:ext cx="2147925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Script:</a:t>
          </a:r>
        </a:p>
      </dsp:txBody>
      <dsp:txXfrm>
        <a:off x="889148" y="4347032"/>
        <a:ext cx="2147925" cy="1156448"/>
      </dsp:txXfrm>
    </dsp:sp>
    <dsp:sp modelId="{CB9569F2-3E38-4282-9E73-CCAA3E151E32}">
      <dsp:nvSpPr>
        <dsp:cNvPr id="0" name=""/>
        <dsp:cNvSpPr/>
      </dsp:nvSpPr>
      <dsp:spPr>
        <a:xfrm>
          <a:off x="1826567" y="4357382"/>
          <a:ext cx="3078353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format: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html: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include-in-header: analytics.html</a:t>
          </a:r>
        </a:p>
      </dsp:txBody>
      <dsp:txXfrm>
        <a:off x="1826567" y="4357382"/>
        <a:ext cx="3078353" cy="11564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E27E5-B89A-4E08-984D-8C84E6145FC9}">
      <dsp:nvSpPr>
        <dsp:cNvPr id="0" name=""/>
        <dsp:cNvSpPr/>
      </dsp:nvSpPr>
      <dsp:spPr>
        <a:xfrm>
          <a:off x="0" y="630216"/>
          <a:ext cx="4773168" cy="1352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Run `quarto render` to rebuild the site</a:t>
          </a:r>
        </a:p>
      </dsp:txBody>
      <dsp:txXfrm>
        <a:off x="66025" y="696241"/>
        <a:ext cx="4641118" cy="1220470"/>
      </dsp:txXfrm>
    </dsp:sp>
    <dsp:sp modelId="{B53D4E1F-8D54-4761-B2FF-F64D6DA4BA0E}">
      <dsp:nvSpPr>
        <dsp:cNvPr id="0" name=""/>
        <dsp:cNvSpPr/>
      </dsp:nvSpPr>
      <dsp:spPr>
        <a:xfrm>
          <a:off x="0" y="2080656"/>
          <a:ext cx="4773168" cy="135252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Commit all changes to GitHub</a:t>
          </a:r>
        </a:p>
      </dsp:txBody>
      <dsp:txXfrm>
        <a:off x="66025" y="2146681"/>
        <a:ext cx="4641118" cy="1220470"/>
      </dsp:txXfrm>
    </dsp:sp>
    <dsp:sp modelId="{1056C20E-8CD4-48DA-AF61-E34515595D83}">
      <dsp:nvSpPr>
        <dsp:cNvPr id="0" name=""/>
        <dsp:cNvSpPr/>
      </dsp:nvSpPr>
      <dsp:spPr>
        <a:xfrm>
          <a:off x="0" y="3531096"/>
          <a:ext cx="4773168" cy="13525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GitHub Pages will auto-deploy with GA tracking</a:t>
          </a:r>
        </a:p>
      </dsp:txBody>
      <dsp:txXfrm>
        <a:off x="66025" y="3597121"/>
        <a:ext cx="4641118" cy="12204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CAB8A-2637-4821-B2CC-58F202DFD1A7}">
      <dsp:nvSpPr>
        <dsp:cNvPr id="0" name=""/>
        <dsp:cNvSpPr/>
      </dsp:nvSpPr>
      <dsp:spPr>
        <a:xfrm>
          <a:off x="0" y="2215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F5AB4-E2DC-4107-BCFA-ED7B353C1DBA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907FF-4A57-44BB-B853-1FE989DFE470}">
      <dsp:nvSpPr>
        <dsp:cNvPr id="0" name=""/>
        <dsp:cNvSpPr/>
      </dsp:nvSpPr>
      <dsp:spPr>
        <a:xfrm>
          <a:off x="1297085" y="2215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Open your site and inspect page source</a:t>
          </a:r>
        </a:p>
      </dsp:txBody>
      <dsp:txXfrm>
        <a:off x="1297085" y="2215"/>
        <a:ext cx="3691354" cy="1123017"/>
      </dsp:txXfrm>
    </dsp:sp>
    <dsp:sp modelId="{D3D497BE-DA15-45A9-A46D-3744787CF1FB}">
      <dsp:nvSpPr>
        <dsp:cNvPr id="0" name=""/>
        <dsp:cNvSpPr/>
      </dsp:nvSpPr>
      <dsp:spPr>
        <a:xfrm>
          <a:off x="0" y="1405987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E2F8F-19B8-4DF6-8911-084C96908FB7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C4686-01F7-4EE9-A00F-F8284BA05844}">
      <dsp:nvSpPr>
        <dsp:cNvPr id="0" name=""/>
        <dsp:cNvSpPr/>
      </dsp:nvSpPr>
      <dsp:spPr>
        <a:xfrm>
          <a:off x="1297085" y="1405987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Look for `gtag('config', 'G-XXXXXXXXXX');`</a:t>
          </a:r>
        </a:p>
      </dsp:txBody>
      <dsp:txXfrm>
        <a:off x="1297085" y="1405987"/>
        <a:ext cx="3691354" cy="1123017"/>
      </dsp:txXfrm>
    </dsp:sp>
    <dsp:sp modelId="{9A189557-16A3-4774-8A9C-772D01134421}">
      <dsp:nvSpPr>
        <dsp:cNvPr id="0" name=""/>
        <dsp:cNvSpPr/>
      </dsp:nvSpPr>
      <dsp:spPr>
        <a:xfrm>
          <a:off x="0" y="2809759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DFC30-BC0D-4D52-BA3A-CCCA2DCD4449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82820-163E-457B-A827-EAE2C6E00A7B}">
      <dsp:nvSpPr>
        <dsp:cNvPr id="0" name=""/>
        <dsp:cNvSpPr/>
      </dsp:nvSpPr>
      <dsp:spPr>
        <a:xfrm>
          <a:off x="1297085" y="2809759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Check Google Analytics real-time dashboard</a:t>
          </a:r>
        </a:p>
      </dsp:txBody>
      <dsp:txXfrm>
        <a:off x="1297085" y="2809759"/>
        <a:ext cx="3691354" cy="1123017"/>
      </dsp:txXfrm>
    </dsp:sp>
    <dsp:sp modelId="{EFB31705-3037-4A34-ABF9-001210403E61}">
      <dsp:nvSpPr>
        <dsp:cNvPr id="0" name=""/>
        <dsp:cNvSpPr/>
      </dsp:nvSpPr>
      <dsp:spPr>
        <a:xfrm>
          <a:off x="0" y="4213530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E5796-DD0D-48B4-993A-CEDCB39D68F4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4F5CD-8B36-482F-A029-AD989A17AD35}">
      <dsp:nvSpPr>
        <dsp:cNvPr id="0" name=""/>
        <dsp:cNvSpPr/>
      </dsp:nvSpPr>
      <dsp:spPr>
        <a:xfrm>
          <a:off x="1297085" y="4213530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Visit multiple pages to confirm it's tracking all</a:t>
          </a:r>
        </a:p>
      </dsp:txBody>
      <dsp:txXfrm>
        <a:off x="1297085" y="4213530"/>
        <a:ext cx="3691354" cy="11230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6D4A3-F726-43BB-BA6A-B29AEC603FA3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D01C2-54D3-4AF6-91F2-640A60D6959E}">
      <dsp:nvSpPr>
        <dsp:cNvPr id="0" name=""/>
        <dsp:cNvSpPr/>
      </dsp:nvSpPr>
      <dsp:spPr>
        <a:xfrm>
          <a:off x="0" y="0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Easy to integrate GA with Quarto + GitHub Pages</a:t>
          </a:r>
        </a:p>
      </dsp:txBody>
      <dsp:txXfrm>
        <a:off x="0" y="0"/>
        <a:ext cx="3993357" cy="979884"/>
      </dsp:txXfrm>
    </dsp:sp>
    <dsp:sp modelId="{816D1D44-38C5-4FA8-8EBC-E0EC0261A3BF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4917B-43E0-45FB-A871-E8F9F4FDE904}">
      <dsp:nvSpPr>
        <dsp:cNvPr id="0" name=""/>
        <dsp:cNvSpPr/>
      </dsp:nvSpPr>
      <dsp:spPr>
        <a:xfrm>
          <a:off x="0" y="979884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Only needed one script file and config line</a:t>
          </a:r>
        </a:p>
      </dsp:txBody>
      <dsp:txXfrm>
        <a:off x="0" y="979884"/>
        <a:ext cx="3993357" cy="979884"/>
      </dsp:txXfrm>
    </dsp:sp>
    <dsp:sp modelId="{7F309834-FEF7-4B57-9661-406326590E13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E20F9-7FFB-4685-9196-942B6E87F4FE}">
      <dsp:nvSpPr>
        <dsp:cNvPr id="0" name=""/>
        <dsp:cNvSpPr/>
      </dsp:nvSpPr>
      <dsp:spPr>
        <a:xfrm>
          <a:off x="0" y="1959768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Now tracking site traffic and user behavior</a:t>
          </a:r>
        </a:p>
      </dsp:txBody>
      <dsp:txXfrm>
        <a:off x="0" y="1959768"/>
        <a:ext cx="3993357" cy="979884"/>
      </dsp:txXfrm>
    </dsp:sp>
    <dsp:sp modelId="{45164222-B55C-4CFE-AED9-EAB85EE59F1D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DBE32-185A-4C8E-A72C-549D39C0F414}">
      <dsp:nvSpPr>
        <dsp:cNvPr id="0" name=""/>
        <dsp:cNvSpPr/>
      </dsp:nvSpPr>
      <dsp:spPr>
        <a:xfrm>
          <a:off x="0" y="2939653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Great for personal branding and portfolio insights</a:t>
          </a:r>
        </a:p>
      </dsp:txBody>
      <dsp:txXfrm>
        <a:off x="0" y="2939653"/>
        <a:ext cx="3993357" cy="97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kevinasc4.github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7324" y="1146412"/>
            <a:ext cx="6760761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/>
              <a:t>Integrating Google Analytics into My Personal Website </a:t>
            </a:r>
            <a:r>
              <a:rPr lang="en-US" sz="4000" dirty="0"/>
              <a:t>Using GitHub Pages and Quarto</a:t>
            </a:r>
            <a:endParaRPr lang="en-US" sz="4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4374554"/>
            <a:ext cx="9144005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4374554"/>
            <a:ext cx="3038508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9143988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4380927"/>
            <a:ext cx="9144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323" y="4892722"/>
            <a:ext cx="4790367" cy="1078173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Kevin Lopez Sepulveda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METCS688</a:t>
            </a:r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Overview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DDCAB514-0C3E-1E9A-CEE7-2F37D7811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26886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Step 1: Create Google Analytics Property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3A61AE-8C90-4606-40F0-E18DEDD533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33655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Step 2: Add Script to Quarto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ED688F-0BF0-F90F-11A9-A45E397CC1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835751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Step 3: Commit and Push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E80B10-56C9-A3FD-3052-E90734B8E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1881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Step 4: Confirm Analytics is Working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61D469-A21B-AE87-1C68-D8ADB1A81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890866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7ABF-02E5-87AA-3C11-1A8D183C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google tag in the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20627-B249-09CF-2657-6EE7D974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07D2A-4655-0025-6F82-2F4CE9FB5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00199"/>
            <a:ext cx="8226503" cy="432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25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DCA9C-403E-14B4-0DF7-F04FEE51C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5" r="36210" b="-1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BE12E6-15F4-D50A-F93B-0078F7906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262630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B158A-543A-55D5-DDCD-5D68571B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F914-4033-90F7-4159-E8905F2F5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212" y="1652583"/>
            <a:ext cx="5815053" cy="4712026"/>
          </a:xfrm>
        </p:spPr>
        <p:txBody>
          <a:bodyPr anchor="ctr">
            <a:noAutofit/>
          </a:bodyPr>
          <a:lstStyle/>
          <a:p>
            <a:r>
              <a:rPr lang="en-US" sz="3000" dirty="0"/>
              <a:t>Visit the link to see it work in real time!</a:t>
            </a:r>
          </a:p>
          <a:p>
            <a:r>
              <a:rPr lang="en-US" sz="3000" dirty="0"/>
              <a:t>Helps me gather data and will be useful to see what part intrigues you the most</a:t>
            </a:r>
          </a:p>
          <a:p>
            <a:r>
              <a:rPr lang="en-US" sz="3000" dirty="0">
                <a:hlinkClick r:id="rId2"/>
              </a:rPr>
              <a:t>https://kevinasc4.github.io/</a:t>
            </a:r>
            <a:endParaRPr lang="en-US" sz="3000" dirty="0"/>
          </a:p>
          <a:p>
            <a:r>
              <a:rPr lang="en-US" sz="3000" dirty="0"/>
              <a:t>Or simply look up kevinasc4.github.io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Marker">
            <a:extLst>
              <a:ext uri="{FF2B5EF4-FFF2-40B4-BE49-F238E27FC236}">
                <a16:creationId xmlns:a16="http://schemas.microsoft.com/office/drawing/2014/main" id="{25C3771B-AF28-C056-B21B-66A95C4C5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49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290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Integrating Google Analytics into My Personal Website Using GitHub Pages and Quarto</vt:lpstr>
      <vt:lpstr>Overview</vt:lpstr>
      <vt:lpstr>Step 1: Create Google Analytics Property</vt:lpstr>
      <vt:lpstr>Step 2: Add Script to Quarto</vt:lpstr>
      <vt:lpstr>Step 3: Commit and Push</vt:lpstr>
      <vt:lpstr>Step 4: Confirm Analytics is Working</vt:lpstr>
      <vt:lpstr>My google tag in the site</vt:lpstr>
      <vt:lpstr>Summary</vt:lpstr>
      <vt:lpstr>Activity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kevMi</dc:creator>
  <cp:keywords/>
  <dc:description>generated using python-pptx</dc:description>
  <cp:lastModifiedBy>kevminecraft123@outlook.com</cp:lastModifiedBy>
  <cp:revision>2</cp:revision>
  <dcterms:created xsi:type="dcterms:W3CDTF">2013-01-27T09:14:16Z</dcterms:created>
  <dcterms:modified xsi:type="dcterms:W3CDTF">2025-08-06T01:16:14Z</dcterms:modified>
  <cp:category/>
</cp:coreProperties>
</file>